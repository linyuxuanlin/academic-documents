
<file path=[Content_Types].xml><?xml version="1.0" encoding="utf-8"?>
<Types xmlns="http://schemas.openxmlformats.org/package/2006/content-types">
  <Default Extension="jpeg" ContentType="image/jpeg"/>
  <Default Extension="png" ContentType="image/png"/>
  <Default Extension="gif" ContentType="image/gif"/>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3"/>
    <p:sldMasterId id="2147483671" r:id="rId4"/>
  </p:sldMasterIdLst>
  <p:notesMasterIdLst>
    <p:notesMasterId r:id="rId9"/>
  </p:notesMasterIdLst>
  <p:sldIdLst>
    <p:sldId id="256" r:id="rId5"/>
    <p:sldId id="262" r:id="rId6"/>
    <p:sldId id="263" r:id="rId7"/>
    <p:sldId id="264" r:id="rId8"/>
    <p:sldId id="266" r:id="rId10"/>
    <p:sldId id="272" r:id="rId11"/>
    <p:sldId id="273" r:id="rId12"/>
    <p:sldId id="276" r:id="rId13"/>
    <p:sldId id="278" r:id="rId14"/>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99CC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6" d="100"/>
          <a:sy n="116" d="100"/>
        </p:scale>
        <p:origin x="336" y="10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notesMaster" Target="notesMasters/notesMaster1.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slide" Target="slides/slide1.xml"/><Relationship Id="rId4" Type="http://schemas.openxmlformats.org/officeDocument/2006/relationships/slideMaster" Target="slideMasters/slideMaster3.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tableStyles" Target="tableStyles.xml"/><Relationship Id="rId16" Type="http://schemas.openxmlformats.org/officeDocument/2006/relationships/viewProps" Target="viewProps.xml"/><Relationship Id="rId15" Type="http://schemas.openxmlformats.org/officeDocument/2006/relationships/presProps" Target="presProps.xml"/><Relationship Id="rId14" Type="http://schemas.openxmlformats.org/officeDocument/2006/relationships/slide" Target="slides/slide9.xml"/><Relationship Id="rId13" Type="http://schemas.openxmlformats.org/officeDocument/2006/relationships/slide" Target="slides/slide8.xml"/><Relationship Id="rId12" Type="http://schemas.openxmlformats.org/officeDocument/2006/relationships/slide" Target="slides/slide7.xml"/><Relationship Id="rId11" Type="http://schemas.openxmlformats.org/officeDocument/2006/relationships/slide" Target="slides/slide6.xml"/><Relationship Id="rId10" Type="http://schemas.openxmlformats.org/officeDocument/2006/relationships/slide" Target="slides/slide5.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EBDF7F29-3A90-4C9F-B913-38B64691E9D5}" type="slidenum">
              <a:rPr lang="zh-CN" altLang="en-US" smtClean="0"/>
            </a:fld>
            <a:endParaRPr lang="en-US" altLang="zh-CN"/>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EBDF7F29-3A90-4C9F-B913-38B64691E9D5}" type="slidenum">
              <a:rPr lang="zh-CN" altLang="en-US" smtClean="0"/>
            </a:fld>
            <a:endParaRPr lang="en-US" altLang="zh-CN"/>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EBDF7F29-3A90-4C9F-B913-38B64691E9D5}" type="slidenum">
              <a:rPr lang="zh-CN" altLang="en-US" smtClean="0"/>
            </a:fld>
            <a:endParaRPr lang="en-US" altLang="zh-CN"/>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pPr>
              <a:defRPr/>
            </a:pPr>
            <a:fld id="{EBDF7F29-3A90-4C9F-B913-38B64691E9D5}" type="slidenum">
              <a:rPr lang="zh-CN" altLang="en-US" smtClean="0"/>
            </a:fld>
            <a:endParaRPr lang="en-US" altLang="zh-CN"/>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A385A95F-237F-4294-8948-81665DCCFB00}"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4" name="Rectangle 4"/>
          <p:cNvSpPr>
            <a:spLocks noChangeArrowheads="1"/>
          </p:cNvSpPr>
          <p:nvPr/>
        </p:nvSpPr>
        <p:spPr bwMode="auto">
          <a:xfrm>
            <a:off x="1084263" y="2608263"/>
            <a:ext cx="700087" cy="700087"/>
          </a:xfrm>
          <a:prstGeom prst="rect">
            <a:avLst/>
          </a:prstGeom>
          <a:solidFill>
            <a:schemeClr val="bg1"/>
          </a:solidFill>
          <a:ln w="9525">
            <a:solidFill>
              <a:schemeClr val="tx1"/>
            </a:solidFill>
            <a:miter lim="800000"/>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endParaRPr lang="zh-CN" altLang="en-US"/>
          </a:p>
        </p:txBody>
      </p:sp>
      <p:sp>
        <p:nvSpPr>
          <p:cNvPr id="2050" name="Rectangle 2"/>
          <p:cNvSpPr>
            <a:spLocks noGrp="1" noChangeArrowheads="1"/>
          </p:cNvSpPr>
          <p:nvPr>
            <p:ph type="ctrTitle"/>
          </p:nvPr>
        </p:nvSpPr>
        <p:spPr>
          <a:xfrm>
            <a:off x="1905000" y="1968500"/>
            <a:ext cx="6238875" cy="639763"/>
          </a:xfrm>
          <a:noFill/>
          <a:extLst>
            <a:ext uri="{909E8E84-426E-40DD-AFC4-6F175D3DCCD1}">
              <a14:hiddenFill xmlns:a14="http://schemas.microsoft.com/office/drawing/2010/main">
                <a:solidFill>
                  <a:srgbClr val="FFFFFF"/>
                </a:solidFill>
              </a14:hiddenFill>
            </a:ext>
          </a:extLst>
        </p:spPr>
        <p:txBody>
          <a:bodyPr lIns="91440" tIns="45720" rIns="91440" bIns="45720"/>
          <a:lstStyle>
            <a:lvl1pPr algn="r">
              <a:defRPr sz="3600"/>
            </a:lvl1pPr>
          </a:lstStyle>
          <a:p>
            <a:pPr lvl="0"/>
            <a:r>
              <a:rPr lang="zh-CN" altLang="zh-CN" noProof="0" dirty="0" smtClean="0"/>
              <a:t>单击此处编辑母版标题样式</a:t>
            </a:r>
            <a:endParaRPr lang="zh-CN" altLang="zh-CN" noProof="0" dirty="0" smtClean="0"/>
          </a:p>
        </p:txBody>
      </p:sp>
      <p:sp>
        <p:nvSpPr>
          <p:cNvPr id="2051" name="Rectangle 3"/>
          <p:cNvSpPr>
            <a:spLocks noGrp="1" noChangeArrowheads="1"/>
          </p:cNvSpPr>
          <p:nvPr>
            <p:ph type="subTitle" idx="1"/>
          </p:nvPr>
        </p:nvSpPr>
        <p:spPr>
          <a:xfrm>
            <a:off x="1903413" y="2608263"/>
            <a:ext cx="6240462" cy="700087"/>
          </a:xfrm>
          <a:solidFill>
            <a:srgbClr val="00B6B0">
              <a:alpha val="79999"/>
            </a:srgbClr>
          </a:solidFill>
        </p:spPr>
        <p:txBody>
          <a:bodyPr lIns="90170" tIns="46990" rIns="90170" bIns="46990" anchor="ctr"/>
          <a:lstStyle>
            <a:lvl1pPr marL="0" indent="0" algn="r">
              <a:buFontTx/>
              <a:buNone/>
              <a:defRPr sz="1800">
                <a:solidFill>
                  <a:schemeClr val="bg1"/>
                </a:solidFill>
              </a:defRPr>
            </a:lvl1pPr>
          </a:lstStyle>
          <a:p>
            <a:pPr lvl="0"/>
            <a:r>
              <a:rPr lang="zh-CN" altLang="zh-CN" noProof="0" dirty="0" smtClean="0"/>
              <a:t>单击此处编辑母版副标题样式</a:t>
            </a:r>
            <a:endParaRPr lang="zh-CN" altLang="zh-CN" noProof="0" dirty="0" smtClean="0"/>
          </a:p>
        </p:txBody>
      </p:sp>
      <p:sp>
        <p:nvSpPr>
          <p:cNvPr id="2" name="日期占位符 1"/>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idx="1"/>
          </p:nvPr>
        </p:nvSpPr>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
        <p:nvSpPr>
          <p:cNvPr id="4" name="Rectangle 2"/>
          <p:cNvSpPr>
            <a:spLocks noChangeArrowheads="1"/>
          </p:cNvSpPr>
          <p:nvPr/>
        </p:nvSpPr>
        <p:spPr bwMode="auto">
          <a:xfrm>
            <a:off x="0" y="2676525"/>
            <a:ext cx="9142413" cy="1952625"/>
          </a:xfrm>
          <a:prstGeom prst="rect">
            <a:avLst/>
          </a:prstGeom>
          <a:solidFill>
            <a:srgbClr val="00B6B0">
              <a:alpha val="7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endParaRPr lang="zh-CN" altLang="en-US" dirty="0">
              <a:latin typeface="+mj-ea"/>
              <a:ea typeface="+mj-ea"/>
            </a:endParaRPr>
          </a:p>
        </p:txBody>
      </p:sp>
      <p:sp>
        <p:nvSpPr>
          <p:cNvPr id="6" name="Rectangle 3"/>
          <p:cNvSpPr>
            <a:spLocks noGrp="1" noChangeArrowheads="1"/>
          </p:cNvSpPr>
          <p:nvPr>
            <p:ph type="ctrTitle"/>
          </p:nvPr>
        </p:nvSpPr>
        <p:spPr>
          <a:xfrm>
            <a:off x="2444750" y="2895600"/>
            <a:ext cx="6013450" cy="836613"/>
          </a:xfrm>
          <a:noFill/>
        </p:spPr>
        <p:txBody>
          <a:bodyPr lIns="90170" rIns="90170" anchor="b"/>
          <a:lstStyle>
            <a:lvl1pPr>
              <a:defRPr sz="2400">
                <a:solidFill>
                  <a:schemeClr val="bg1"/>
                </a:solidFill>
              </a:defRPr>
            </a:lvl1pPr>
          </a:lstStyle>
          <a:p>
            <a:pPr lvl="0"/>
            <a:r>
              <a:rPr lang="zh-CN" altLang="zh-CN" noProof="0" dirty="0" smtClean="0"/>
              <a:t>单击此处编辑母版标题样式</a:t>
            </a:r>
            <a:endParaRPr lang="zh-CN" altLang="zh-CN" noProof="0" dirty="0" smtClean="0"/>
          </a:p>
        </p:txBody>
      </p:sp>
      <p:sp>
        <p:nvSpPr>
          <p:cNvPr id="7" name="Rectangle 4"/>
          <p:cNvSpPr>
            <a:spLocks noGrp="1" noChangeArrowheads="1"/>
          </p:cNvSpPr>
          <p:nvPr>
            <p:ph type="subTitle" idx="1"/>
          </p:nvPr>
        </p:nvSpPr>
        <p:spPr>
          <a:xfrm>
            <a:off x="2444750" y="3732213"/>
            <a:ext cx="6013450" cy="698500"/>
          </a:xfrm>
          <a:noFill/>
        </p:spPr>
        <p:txBody>
          <a:bodyPr/>
          <a:lstStyle>
            <a:lvl1pPr marL="0" indent="0">
              <a:buFontTx/>
              <a:buNone/>
              <a:defRPr sz="1800">
                <a:solidFill>
                  <a:schemeClr val="bg1"/>
                </a:solidFill>
                <a:latin typeface="+mn-ea"/>
                <a:ea typeface="+mn-ea"/>
              </a:defRPr>
            </a:lvl1pPr>
          </a:lstStyle>
          <a:p>
            <a:pPr lvl="0"/>
            <a:r>
              <a:rPr lang="zh-CN" altLang="zh-CN" noProof="0" dirty="0" smtClean="0"/>
              <a:t>单击此处编辑母版副标题样式</a:t>
            </a:r>
            <a:endParaRPr lang="zh-CN" altLang="zh-CN" noProof="0" dirty="0" smtClean="0"/>
          </a:p>
        </p:txBody>
      </p:sp>
      <p:sp>
        <p:nvSpPr>
          <p:cNvPr id="2" name="日期占位符 1"/>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t>单击此处编辑母版标题样式</a:t>
            </a:r>
            <a:endParaRPr lang="zh-CN" altLang="en-US" dirty="0"/>
          </a:p>
        </p:txBody>
      </p:sp>
      <p:sp>
        <p:nvSpPr>
          <p:cNvPr id="3" name="内容占位符 2"/>
          <p:cNvSpPr>
            <a:spLocks noGrp="1"/>
          </p:cNvSpPr>
          <p:nvPr>
            <p:ph sz="half" idx="1"/>
          </p:nvPr>
        </p:nvSpPr>
        <p:spPr>
          <a:xfrm>
            <a:off x="457200" y="1460500"/>
            <a:ext cx="4038600" cy="452755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内容占位符 3"/>
          <p:cNvSpPr>
            <a:spLocks noGrp="1"/>
          </p:cNvSpPr>
          <p:nvPr>
            <p:ph sz="half" idx="2"/>
          </p:nvPr>
        </p:nvSpPr>
        <p:spPr>
          <a:xfrm>
            <a:off x="4648200" y="1460500"/>
            <a:ext cx="4038600" cy="4527550"/>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5" name="日期占位符 4"/>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6" name="页脚占位符 5"/>
          <p:cNvSpPr>
            <a:spLocks noGrp="1"/>
          </p:cNvSpPr>
          <p:nvPr>
            <p:ph type="ftr" sz="quarter" idx="11"/>
          </p:nvPr>
        </p:nvSpPr>
        <p:spPr/>
        <p:txBody>
          <a:bodyPr/>
          <a:lstStyle/>
          <a:p>
            <a:pPr>
              <a:defRPr/>
            </a:pPr>
            <a:endParaRPr lang="zh-CN" altLang="en-US"/>
          </a:p>
        </p:txBody>
      </p:sp>
      <p:sp>
        <p:nvSpPr>
          <p:cNvPr id="7" name="灯片编号占位符 6"/>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dirty="0" smtClean="0"/>
              <a:t>单击此处编辑母版标题样式</a:t>
            </a:r>
            <a:endParaRPr lang="zh-CN" altLang="en-US" dirty="0"/>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单击此处编辑母版文本样式</a:t>
            </a:r>
            <a:endParaRPr lang="zh-CN" altLang="en-US" dirty="0" smtClean="0"/>
          </a:p>
        </p:txBody>
      </p:sp>
      <p:sp>
        <p:nvSpPr>
          <p:cNvPr id="4" name="内容占位符 3"/>
          <p:cNvSpPr>
            <a:spLocks noGrp="1"/>
          </p:cNvSpPr>
          <p:nvPr>
            <p:ph sz="half" idx="2"/>
          </p:nvPr>
        </p:nvSpPr>
        <p:spPr>
          <a:xfrm>
            <a:off x="630238" y="2505075"/>
            <a:ext cx="3868737" cy="3684588"/>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smtClean="0"/>
              <a:t>单击此处编辑母版文本样式</a:t>
            </a:r>
            <a:endParaRPr lang="zh-CN" altLang="en-US" dirty="0" smtClean="0"/>
          </a:p>
        </p:txBody>
      </p:sp>
      <p:sp>
        <p:nvSpPr>
          <p:cNvPr id="6" name="内容占位符 5"/>
          <p:cNvSpPr>
            <a:spLocks noGrp="1"/>
          </p:cNvSpPr>
          <p:nvPr>
            <p:ph sz="quarter" idx="4"/>
          </p:nvPr>
        </p:nvSpPr>
        <p:spPr>
          <a:xfrm>
            <a:off x="4629150" y="2505075"/>
            <a:ext cx="3887788" cy="3684588"/>
          </a:xfrm>
        </p:spPr>
        <p:txBody>
          <a:body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7" name="日期占位符 6"/>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8" name="页脚占位符 7"/>
          <p:cNvSpPr>
            <a:spLocks noGrp="1"/>
          </p:cNvSpPr>
          <p:nvPr>
            <p:ph type="ftr" sz="quarter" idx="11"/>
          </p:nvPr>
        </p:nvSpPr>
        <p:spPr/>
        <p:txBody>
          <a:bodyPr/>
          <a:lstStyle/>
          <a:p>
            <a:pPr>
              <a:defRPr/>
            </a:pPr>
            <a:endParaRPr lang="zh-CN" altLang="en-US"/>
          </a:p>
        </p:txBody>
      </p:sp>
      <p:sp>
        <p:nvSpPr>
          <p:cNvPr id="9" name="灯片编号占位符 8"/>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4" name="Rectangle 2"/>
          <p:cNvSpPr>
            <a:spLocks noChangeArrowheads="1"/>
          </p:cNvSpPr>
          <p:nvPr/>
        </p:nvSpPr>
        <p:spPr bwMode="auto">
          <a:xfrm>
            <a:off x="0" y="2676525"/>
            <a:ext cx="9142413" cy="1952625"/>
          </a:xfrm>
          <a:prstGeom prst="rect">
            <a:avLst/>
          </a:prstGeom>
          <a:solidFill>
            <a:srgbClr val="00B6B0">
              <a:alpha val="7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endParaRPr lang="zh-CN" altLang="en-US"/>
          </a:p>
        </p:txBody>
      </p:sp>
      <p:sp>
        <p:nvSpPr>
          <p:cNvPr id="6" name="Rectangle 3"/>
          <p:cNvSpPr>
            <a:spLocks noGrp="1" noChangeArrowheads="1"/>
          </p:cNvSpPr>
          <p:nvPr>
            <p:ph type="ctrTitle" hasCustomPrompt="1"/>
          </p:nvPr>
        </p:nvSpPr>
        <p:spPr>
          <a:xfrm>
            <a:off x="2444750" y="2895600"/>
            <a:ext cx="2552400" cy="836613"/>
          </a:xfrm>
          <a:noFill/>
        </p:spPr>
        <p:txBody>
          <a:bodyPr lIns="90170" rIns="90170" anchor="b">
            <a:normAutofit/>
          </a:bodyPr>
          <a:lstStyle>
            <a:lvl1pPr algn="ctr">
              <a:defRPr sz="3200">
                <a:solidFill>
                  <a:schemeClr val="bg1"/>
                </a:solidFill>
                <a:latin typeface="+mj-lt"/>
              </a:defRPr>
            </a:lvl1pPr>
          </a:lstStyle>
          <a:p>
            <a:pPr lvl="0"/>
            <a:r>
              <a:rPr lang="zh-CN" altLang="en-US" noProof="0" dirty="0" smtClean="0"/>
              <a:t>编辑标题</a:t>
            </a:r>
            <a:endParaRPr lang="zh-CN" altLang="zh-CN" noProof="0" dirty="0" smtClean="0"/>
          </a:p>
        </p:txBody>
      </p:sp>
      <p:sp>
        <p:nvSpPr>
          <p:cNvPr id="2" name="日期占位符 1"/>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5" name="灯片编号占位符 4"/>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空白">
    <p:bg>
      <p:bgPr>
        <a:solidFill>
          <a:schemeClr val="bg1"/>
        </a:solidFill>
        <a:effectLst/>
      </p:bgPr>
    </p:bg>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4" name="灯片编号占位符 3"/>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bg>
      <p:bgPr>
        <a:solidFill>
          <a:schemeClr val="bg1"/>
        </a:solidFill>
        <a:effectLst/>
      </p:bgPr>
    </p:bg>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29841" y="457200"/>
            <a:ext cx="7884000" cy="774000"/>
          </a:xfrm>
          <a:noFill/>
        </p:spPr>
        <p:txBody>
          <a:bodyPr anchor="b" anchorCtr="0">
            <a:normAutofit/>
          </a:bodyPr>
          <a:lstStyle>
            <a:lvl1pPr>
              <a:defRPr sz="3200">
                <a:solidFill>
                  <a:schemeClr val="tx1"/>
                </a:solidFill>
              </a:defRPr>
            </a:lvl1pPr>
          </a:lstStyle>
          <a:p>
            <a:r>
              <a:rPr lang="zh-CN" altLang="en-US" dirty="0" smtClean="0"/>
              <a:t>单击此处编辑标题</a:t>
            </a:r>
            <a:endParaRPr lang="zh-CN" altLang="en-US" dirty="0"/>
          </a:p>
        </p:txBody>
      </p:sp>
      <p:sp>
        <p:nvSpPr>
          <p:cNvPr id="3" name="图片占位符 2"/>
          <p:cNvSpPr>
            <a:spLocks noGrp="1"/>
          </p:cNvSpPr>
          <p:nvPr>
            <p:ph type="pic" idx="1"/>
          </p:nvPr>
        </p:nvSpPr>
        <p:spPr>
          <a:xfrm>
            <a:off x="630000" y="1368425"/>
            <a:ext cx="7884000" cy="42804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30000" y="5740400"/>
            <a:ext cx="7884000" cy="597600"/>
          </a:xfrm>
          <a:solidFill>
            <a:schemeClr val="tx1">
              <a:alpha val="80000"/>
            </a:schemeClr>
          </a:solidFill>
        </p:spPr>
        <p:txBody>
          <a:bodyPr>
            <a:normAutofit/>
          </a:bodyPr>
          <a:lstStyle>
            <a:lvl1pPr marL="0" indent="0">
              <a:buNone/>
              <a:defRPr sz="1800">
                <a:solidFill>
                  <a:schemeClr val="bg1"/>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6EF2F5ED-D19D-4097-92A9-D6092B3D6E68}"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7AAEAA2-D029-4D23-B6D5-DE004B8B3ED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489371" y="266700"/>
            <a:ext cx="1197430" cy="5721350"/>
          </a:xfrm>
        </p:spPr>
        <p:txBody>
          <a:bodyPr vert="eaVert" anchor="ctr" anchorCtr="1">
            <a:normAutofit/>
          </a:bodyPr>
          <a:lstStyle>
            <a:lvl1pPr>
              <a:defRPr sz="3600"/>
            </a:lvl1pPr>
          </a:lstStyle>
          <a:p>
            <a:r>
              <a:rPr lang="zh-CN" altLang="en-US" dirty="0" smtClean="0"/>
              <a:t>单击此处编辑母版标题样式</a:t>
            </a:r>
            <a:endParaRPr lang="zh-CN" altLang="en-US" dirty="0"/>
          </a:p>
        </p:txBody>
      </p:sp>
      <p:sp>
        <p:nvSpPr>
          <p:cNvPr id="3" name="竖排文字占位符 2"/>
          <p:cNvSpPr>
            <a:spLocks noGrp="1"/>
          </p:cNvSpPr>
          <p:nvPr>
            <p:ph type="body" orient="vert" idx="1"/>
          </p:nvPr>
        </p:nvSpPr>
        <p:spPr>
          <a:xfrm>
            <a:off x="457200" y="266700"/>
            <a:ext cx="6916057" cy="5721350"/>
          </a:xfrm>
        </p:spPr>
        <p:txBody>
          <a:bodyPr vert="eaVert"/>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5" name="页脚占位符 4"/>
          <p:cNvSpPr>
            <a:spLocks noGrp="1"/>
          </p:cNvSpPr>
          <p:nvPr>
            <p:ph type="ftr" sz="quarter" idx="11"/>
          </p:nvPr>
        </p:nvSpPr>
        <p:spPr/>
        <p:txBody>
          <a:bodyPr/>
          <a:lstStyle/>
          <a:p>
            <a:pPr>
              <a:defRPr/>
            </a:pPr>
            <a:endParaRPr lang="zh-CN" altLang="en-US"/>
          </a:p>
        </p:txBody>
      </p:sp>
      <p:sp>
        <p:nvSpPr>
          <p:cNvPr id="6" name="灯片编号占位符 5"/>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28200" y="408675"/>
            <a:ext cx="7887600" cy="5810400"/>
          </a:xfrm>
        </p:spPr>
        <p:txBody>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6EF2F5ED-D19D-4097-92A9-D6092B3D6E6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AAEAA2-D029-4D23-B6D5-DE004B8B3ED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1_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pPr>
              <a:defRPr/>
            </a:pPr>
            <a:fld id="{CD0C577F-9995-4F3A-B50C-898500D06E4B}" type="datetime1">
              <a:rPr lang="zh-CN" altLang="en-US" smtClean="0"/>
            </a:fld>
            <a:endParaRPr lang="zh-CN" altLang="en-US"/>
          </a:p>
        </p:txBody>
      </p:sp>
      <p:sp>
        <p:nvSpPr>
          <p:cNvPr id="3" name="页脚占位符 2"/>
          <p:cNvSpPr>
            <a:spLocks noGrp="1"/>
          </p:cNvSpPr>
          <p:nvPr>
            <p:ph type="ftr" sz="quarter" idx="11"/>
          </p:nvPr>
        </p:nvSpPr>
        <p:spPr/>
        <p:txBody>
          <a:bodyPr/>
          <a:lstStyle/>
          <a:p>
            <a:pPr>
              <a:defRPr/>
            </a:pPr>
            <a:endParaRPr lang="zh-CN" altLang="en-US"/>
          </a:p>
        </p:txBody>
      </p:sp>
      <p:sp>
        <p:nvSpPr>
          <p:cNvPr id="4" name="灯片编号占位符 3"/>
          <p:cNvSpPr>
            <a:spLocks noGrp="1"/>
          </p:cNvSpPr>
          <p:nvPr>
            <p:ph type="sldNum" sz="quarter" idx="12"/>
          </p:nvPr>
        </p:nvSpPr>
        <p:spPr/>
        <p:txBody>
          <a:bodyPr/>
          <a:lstStyle/>
          <a:p>
            <a:pPr>
              <a:defRPr/>
            </a:pPr>
            <a:fld id="{D316DAC8-EFA0-4704-8110-6D364E42B0FD}"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143000" y="1122363"/>
            <a:ext cx="6858000" cy="2387600"/>
          </a:xfrm>
        </p:spPr>
        <p:txBody>
          <a:bodyPr anchor="b"/>
          <a:lstStyle>
            <a:lvl1pPr algn="ctr">
              <a:defRPr sz="4500"/>
            </a:lvl1p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143000" y="3602038"/>
            <a:ext cx="6858000" cy="1655762"/>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45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1800">
                <a:solidFill>
                  <a:schemeClr val="tx1">
                    <a:tint val="75000"/>
                  </a:schemeClr>
                </a:solidFill>
              </a:defRPr>
            </a:lvl1pPr>
            <a:lvl2pPr marL="342900" indent="0">
              <a:buNone/>
              <a:defRPr sz="1500">
                <a:solidFill>
                  <a:schemeClr val="tx1">
                    <a:tint val="75000"/>
                  </a:schemeClr>
                </a:solidFill>
              </a:defRPr>
            </a:lvl2pPr>
            <a:lvl3pPr marL="685800" indent="0">
              <a:buNone/>
              <a:defRPr sz="1350">
                <a:solidFill>
                  <a:schemeClr val="tx1">
                    <a:tint val="75000"/>
                  </a:schemeClr>
                </a:solidFill>
              </a:defRPr>
            </a:lvl3pPr>
            <a:lvl4pPr marL="1028700" indent="0">
              <a:buNone/>
              <a:defRPr sz="1200">
                <a:solidFill>
                  <a:schemeClr val="tx1">
                    <a:tint val="75000"/>
                  </a:schemeClr>
                </a:solidFill>
              </a:defRPr>
            </a:lvl4pPr>
            <a:lvl5pPr marL="1371600" indent="0">
              <a:buNone/>
              <a:defRPr sz="1200">
                <a:solidFill>
                  <a:schemeClr val="tx1">
                    <a:tint val="75000"/>
                  </a:schemeClr>
                </a:solidFill>
              </a:defRPr>
            </a:lvl5pPr>
            <a:lvl6pPr marL="1714500" indent="0">
              <a:buNone/>
              <a:defRPr sz="1200">
                <a:solidFill>
                  <a:schemeClr val="tx1">
                    <a:tint val="75000"/>
                  </a:schemeClr>
                </a:solidFill>
              </a:defRPr>
            </a:lvl6pPr>
            <a:lvl7pPr marL="2057400" indent="0">
              <a:buNone/>
              <a:defRPr sz="1200">
                <a:solidFill>
                  <a:schemeClr val="tx1">
                    <a:tint val="75000"/>
                  </a:schemeClr>
                </a:solidFill>
              </a:defRPr>
            </a:lvl7pPr>
            <a:lvl8pPr marL="2400300" indent="0">
              <a:buNone/>
              <a:defRPr sz="1200">
                <a:solidFill>
                  <a:schemeClr val="tx1">
                    <a:tint val="75000"/>
                  </a:schemeClr>
                </a:solidFill>
              </a:defRPr>
            </a:lvl8pPr>
            <a:lvl9pPr marL="2743200" indent="0">
              <a:buNone/>
              <a:defRPr sz="1200">
                <a:solidFill>
                  <a:schemeClr val="tx1">
                    <a:tint val="75000"/>
                  </a:schemeClr>
                </a:solidFill>
              </a:defRPr>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6286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29150" y="1825625"/>
            <a:ext cx="3886200" cy="43513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29841"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890081" y="1778438"/>
            <a:ext cx="3655181"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890081" y="2665379"/>
            <a:ext cx="3655181"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92704" y="1778438"/>
            <a:ext cx="3673182" cy="823912"/>
          </a:xfrm>
        </p:spPr>
        <p:txBody>
          <a:bodyPr anchor="ctr" anchorCtr="0"/>
          <a:lstStyle>
            <a:lvl1pPr marL="0" indent="0">
              <a:buNone/>
              <a:defRPr sz="2100"/>
            </a:lvl1pPr>
            <a:lvl2pPr marL="342900" indent="0">
              <a:buNone/>
              <a:defRPr sz="1800"/>
            </a:lvl2pPr>
            <a:lvl3pPr marL="685800" indent="0">
              <a:buNone/>
              <a:defRPr sz="1500"/>
            </a:lvl3pPr>
            <a:lvl4pPr marL="1028700" indent="0">
              <a:buNone/>
              <a:defRPr sz="1350"/>
            </a:lvl4pPr>
            <a:lvl5pPr marL="1371600" indent="0">
              <a:buNone/>
              <a:defRPr sz="1350"/>
            </a:lvl5pPr>
            <a:lvl6pPr marL="1714500" indent="0">
              <a:buNone/>
              <a:defRPr sz="1350"/>
            </a:lvl6pPr>
            <a:lvl7pPr marL="2057400" indent="0">
              <a:buNone/>
              <a:defRPr sz="1350"/>
            </a:lvl7pPr>
            <a:lvl8pPr marL="2400300" indent="0">
              <a:buNone/>
              <a:defRPr sz="1350"/>
            </a:lvl8pPr>
            <a:lvl9pPr marL="2743200" indent="0">
              <a:buNone/>
              <a:defRPr sz="1350"/>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92704" y="2665379"/>
            <a:ext cx="3673182" cy="3524284"/>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629841" y="457200"/>
            <a:ext cx="3124012" cy="1600200"/>
          </a:xfrm>
        </p:spPr>
        <p:txBody>
          <a:bodyPr anchor="b"/>
          <a:lstStyle>
            <a:lvl1pPr>
              <a:defRPr sz="2400"/>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3887391" y="457201"/>
            <a:ext cx="4629150" cy="540385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4" name="文本占位符 3"/>
          <p:cNvSpPr>
            <a:spLocks noGrp="1"/>
          </p:cNvSpPr>
          <p:nvPr>
            <p:ph type="body" sz="half" idx="2"/>
          </p:nvPr>
        </p:nvSpPr>
        <p:spPr>
          <a:xfrm>
            <a:off x="629841" y="2057400"/>
            <a:ext cx="3124012" cy="3811588"/>
          </a:xfrm>
        </p:spPr>
        <p:txBody>
          <a:bodyPr/>
          <a:lstStyle>
            <a:lvl1pPr marL="0" indent="0">
              <a:buNone/>
              <a:defRPr sz="1500"/>
            </a:lvl1pPr>
            <a:lvl2pPr marL="342900" indent="0">
              <a:buNone/>
              <a:defRPr sz="1350"/>
            </a:lvl2pPr>
            <a:lvl3pPr marL="685800" indent="0">
              <a:buNone/>
              <a:defRPr sz="1200"/>
            </a:lvl3pPr>
            <a:lvl4pPr marL="1028700" indent="0">
              <a:buNone/>
              <a:defRPr sz="1050"/>
            </a:lvl4pPr>
            <a:lvl5pPr marL="1371600" indent="0">
              <a:buNone/>
              <a:defRPr sz="1050"/>
            </a:lvl5pPr>
            <a:lvl6pPr marL="1714500" indent="0">
              <a:buNone/>
              <a:defRPr sz="1050"/>
            </a:lvl6pPr>
            <a:lvl7pPr marL="2057400" indent="0">
              <a:buNone/>
              <a:defRPr sz="1050"/>
            </a:lvl7pPr>
            <a:lvl8pPr marL="2400300" indent="0">
              <a:buNone/>
              <a:defRPr sz="1050"/>
            </a:lvl8pPr>
            <a:lvl9pPr marL="2743200" indent="0">
              <a:buNone/>
              <a:defRPr sz="1050"/>
            </a:lvl9pPr>
          </a:lstStyle>
          <a:p>
            <a:pPr lvl="0"/>
            <a:r>
              <a:rPr lang="zh-CN" altLang="en-US" smtClean="0"/>
              <a:t>单击此处编辑母版文本样式</a:t>
            </a:r>
            <a:endParaRPr lang="zh-CN" altLang="en-US" smtClean="0"/>
          </a:p>
        </p:txBody>
      </p:sp>
      <p:sp>
        <p:nvSpPr>
          <p:cNvPr id="5" name="日期占位符 4"/>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type="vertTitleAndTx" preserve="1">
  <p:cSld name="竖版">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28650" y="365125"/>
            <a:ext cx="7886700" cy="581183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3" name="日期占位符 2"/>
          <p:cNvSpPr>
            <a:spLocks noGrp="1"/>
          </p:cNvSpPr>
          <p:nvPr>
            <p:ph type="dt" sz="half" idx="10"/>
          </p:nvPr>
        </p:nvSpPr>
        <p:spPr/>
        <p:txBody>
          <a:bodyPr/>
          <a:lstStyle/>
          <a:p>
            <a:fld id="{82F288E0-7875-42C4-84C8-98DBBD3BF4D2}"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D9BB5D0-35E4-459D-AEF3-FE4D7C45CC19}"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050" name="Rectangle 2"/>
          <p:cNvSpPr>
            <a:spLocks noGrp="1" noChangeArrowheads="1"/>
          </p:cNvSpPr>
          <p:nvPr>
            <p:ph type="subTitle" idx="1"/>
          </p:nvPr>
        </p:nvSpPr>
        <p:spPr>
          <a:xfrm>
            <a:off x="1009650" y="3648075"/>
            <a:ext cx="7127875" cy="898525"/>
          </a:xfrm>
        </p:spPr>
        <p:txBody>
          <a:bodyPr/>
          <a:lstStyle>
            <a:lvl1pPr marL="0" indent="0" algn="ctr">
              <a:buFontTx/>
              <a:buNone/>
              <a:defRPr sz="2000"/>
            </a:lvl1pPr>
          </a:lstStyle>
          <a:p>
            <a:pPr lvl="0"/>
            <a:r>
              <a:rPr lang="zh-CN" altLang="zh-CN" noProof="0" smtClean="0"/>
              <a:t>单击此处编辑母版副标题样式</a:t>
            </a:r>
            <a:endParaRPr lang="zh-CN" altLang="zh-CN" noProof="0" smtClean="0"/>
          </a:p>
        </p:txBody>
      </p:sp>
      <p:sp>
        <p:nvSpPr>
          <p:cNvPr id="2054" name="Rectangle 6"/>
          <p:cNvSpPr>
            <a:spLocks noGrp="1" noChangeArrowheads="1"/>
          </p:cNvSpPr>
          <p:nvPr>
            <p:ph type="ctrTitle" hasCustomPrompt="1"/>
          </p:nvPr>
        </p:nvSpPr>
        <p:spPr>
          <a:xfrm>
            <a:off x="1009650" y="2781300"/>
            <a:ext cx="7127875" cy="841375"/>
          </a:xfrm>
          <a:ln>
            <a:solidFill>
              <a:schemeClr val="bg1"/>
            </a:solidFill>
            <a:miter lim="800000"/>
          </a:ln>
        </p:spPr>
        <p:txBody>
          <a:bodyPr/>
          <a:lstStyle>
            <a:lvl1pPr>
              <a:defRPr sz="6000" b="1"/>
            </a:lvl1pPr>
          </a:lstStyle>
          <a:p>
            <a:pPr lvl="0"/>
            <a:r>
              <a:rPr lang="zh-CN" altLang="en-US" noProof="0" dirty="0" smtClean="0"/>
              <a:t>编辑标题</a:t>
            </a:r>
            <a:endParaRPr lang="zh-CN" altLang="zh-CN" noProof="0" dirty="0" smtClean="0"/>
          </a:p>
        </p:txBody>
      </p:sp>
      <p:sp>
        <p:nvSpPr>
          <p:cNvPr id="2" name="日期占位符 1"/>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623888" y="1709738"/>
            <a:ext cx="7886700" cy="2852737"/>
          </a:xfrm>
        </p:spPr>
        <p:txBody>
          <a:bodyPr anchor="b"/>
          <a:lstStyle>
            <a:lvl1pPr>
              <a:defRPr sz="6000"/>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3888" y="4589463"/>
            <a:ext cx="78867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zh-CN" altLang="en-US" smtClean="0"/>
              <a:t>单击此处编辑母版文本样式</a:t>
            </a:r>
            <a:endParaRPr lang="zh-CN" altLang="en-US" smtClean="0"/>
          </a:p>
        </p:txBody>
      </p:sp>
      <p:sp>
        <p:nvSpPr>
          <p:cNvPr id="4" name="日期占位符 3"/>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30238" y="365125"/>
            <a:ext cx="7886700" cy="1325563"/>
          </a:xfrm>
        </p:spPr>
        <p:txBody>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30238" y="1681163"/>
            <a:ext cx="386873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4" name="内容占位符 3"/>
          <p:cNvSpPr>
            <a:spLocks noGrp="1"/>
          </p:cNvSpPr>
          <p:nvPr>
            <p:ph sz="half" idx="2"/>
          </p:nvPr>
        </p:nvSpPr>
        <p:spPr>
          <a:xfrm>
            <a:off x="630238" y="2505075"/>
            <a:ext cx="3868737"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p:nvPr>
        </p:nvSpPr>
        <p:spPr>
          <a:xfrm>
            <a:off x="4629150" y="1681163"/>
            <a:ext cx="38877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endParaRPr lang="zh-CN" altLang="en-US" smtClean="0"/>
          </a:p>
        </p:txBody>
      </p:sp>
      <p:sp>
        <p:nvSpPr>
          <p:cNvPr id="6" name="内容占位符 5"/>
          <p:cNvSpPr>
            <a:spLocks noGrp="1"/>
          </p:cNvSpPr>
          <p:nvPr>
            <p:ph sz="quarter" idx="4"/>
          </p:nvPr>
        </p:nvSpPr>
        <p:spPr>
          <a:xfrm>
            <a:off x="4629150" y="2505075"/>
            <a:ext cx="3887788" cy="3684588"/>
          </a:xfrm>
        </p:spPr>
        <p:txBody>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仅标题">
    <p:spTree>
      <p:nvGrpSpPr>
        <p:cNvPr id="1" name=""/>
        <p:cNvGrpSpPr/>
        <p:nvPr/>
      </p:nvGrpSpPr>
      <p:grpSpPr>
        <a:xfrm>
          <a:off x="0" y="0"/>
          <a:ext cx="0" cy="0"/>
          <a:chOff x="0" y="0"/>
          <a:chExt cx="0" cy="0"/>
        </a:xfrm>
      </p:grpSpPr>
      <p:sp>
        <p:nvSpPr>
          <p:cNvPr id="6" name="Rectangle 2"/>
          <p:cNvSpPr>
            <a:spLocks noGrp="1" noChangeArrowheads="1"/>
          </p:cNvSpPr>
          <p:nvPr>
            <p:ph type="subTitle" idx="1"/>
          </p:nvPr>
        </p:nvSpPr>
        <p:spPr>
          <a:xfrm>
            <a:off x="1009650" y="3861048"/>
            <a:ext cx="7127875" cy="432048"/>
          </a:xfrm>
        </p:spPr>
        <p:txBody>
          <a:bodyPr/>
          <a:lstStyle>
            <a:lvl1pPr marL="0" indent="0" algn="ctr">
              <a:buFontTx/>
              <a:buNone/>
              <a:defRPr sz="2000"/>
            </a:lvl1pPr>
          </a:lstStyle>
          <a:p>
            <a:pPr lvl="0"/>
            <a:r>
              <a:rPr lang="zh-CN" altLang="zh-CN" noProof="0" smtClean="0"/>
              <a:t>单击此处编辑母版副标题样式</a:t>
            </a:r>
            <a:endParaRPr lang="zh-CN" altLang="zh-CN" noProof="0" smtClean="0"/>
          </a:p>
        </p:txBody>
      </p:sp>
      <p:sp>
        <p:nvSpPr>
          <p:cNvPr id="7" name="Rectangle 6"/>
          <p:cNvSpPr>
            <a:spLocks noGrp="1" noChangeArrowheads="1"/>
          </p:cNvSpPr>
          <p:nvPr>
            <p:ph type="ctrTitle" hasCustomPrompt="1"/>
          </p:nvPr>
        </p:nvSpPr>
        <p:spPr>
          <a:xfrm>
            <a:off x="1009650" y="2852936"/>
            <a:ext cx="7127875" cy="1008112"/>
          </a:xfrm>
          <a:ln>
            <a:solidFill>
              <a:schemeClr val="bg1"/>
            </a:solidFill>
            <a:miter lim="800000"/>
          </a:ln>
        </p:spPr>
        <p:txBody>
          <a:bodyPr/>
          <a:lstStyle>
            <a:lvl1pPr>
              <a:defRPr sz="6000" b="1"/>
            </a:lvl1pPr>
          </a:lstStyle>
          <a:p>
            <a:pPr lvl="0"/>
            <a:r>
              <a:rPr lang="zh-CN" altLang="en-US" noProof="0" dirty="0" smtClean="0"/>
              <a:t>编辑标题</a:t>
            </a:r>
            <a:endParaRPr lang="zh-CN" altLang="zh-CN" noProof="0" dirty="0" smtClean="0"/>
          </a:p>
        </p:txBody>
      </p:sp>
      <p:sp>
        <p:nvSpPr>
          <p:cNvPr id="2" name="日期占位符 1"/>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5" name="日期占位符 4"/>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A4FA4E92-8115-4D0F-948C-D2CA9234184A}" type="slidenum">
              <a:rPr lang="zh-CN" altLang="en-US" smtClean="0"/>
            </a:fld>
            <a:endParaRPr lang="zh-CN" altLang="en-US"/>
          </a:p>
        </p:txBody>
      </p:sp>
      <p:sp>
        <p:nvSpPr>
          <p:cNvPr id="8" name="标题 1"/>
          <p:cNvSpPr>
            <a:spLocks noGrp="1"/>
          </p:cNvSpPr>
          <p:nvPr>
            <p:ph type="title" hasCustomPrompt="1"/>
          </p:nvPr>
        </p:nvSpPr>
        <p:spPr>
          <a:xfrm>
            <a:off x="629841" y="457200"/>
            <a:ext cx="7884000" cy="774000"/>
          </a:xfrm>
        </p:spPr>
        <p:txBody>
          <a:bodyPr anchor="b" anchorCtr="0">
            <a:normAutofit/>
          </a:bodyPr>
          <a:lstStyle>
            <a:lvl1pPr algn="l">
              <a:defRPr sz="3200">
                <a:solidFill>
                  <a:srgbClr val="FA5D39"/>
                </a:solidFill>
              </a:defRPr>
            </a:lvl1pPr>
          </a:lstStyle>
          <a:p>
            <a:r>
              <a:rPr lang="zh-CN" altLang="en-US" dirty="0" smtClean="0"/>
              <a:t>单击此处编辑标题</a:t>
            </a:r>
            <a:endParaRPr lang="zh-CN" altLang="en-US" dirty="0"/>
          </a:p>
        </p:txBody>
      </p:sp>
      <p:sp>
        <p:nvSpPr>
          <p:cNvPr id="9" name="图片占位符 2"/>
          <p:cNvSpPr>
            <a:spLocks noGrp="1"/>
          </p:cNvSpPr>
          <p:nvPr>
            <p:ph type="pic" idx="1"/>
          </p:nvPr>
        </p:nvSpPr>
        <p:spPr>
          <a:xfrm>
            <a:off x="630000" y="1368425"/>
            <a:ext cx="7884000" cy="4280400"/>
          </a:xfrm>
        </p:spPr>
        <p:txBody>
          <a:bodyPr/>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endParaRPr lang="zh-CN" altLang="en-US"/>
          </a:p>
        </p:txBody>
      </p:sp>
      <p:sp>
        <p:nvSpPr>
          <p:cNvPr id="10" name="文本占位符 3"/>
          <p:cNvSpPr>
            <a:spLocks noGrp="1"/>
          </p:cNvSpPr>
          <p:nvPr>
            <p:ph type="body" sz="half" idx="2"/>
          </p:nvPr>
        </p:nvSpPr>
        <p:spPr>
          <a:xfrm>
            <a:off x="630000" y="5740400"/>
            <a:ext cx="7884000" cy="597600"/>
          </a:xfrm>
        </p:spPr>
        <p:txBody>
          <a:bodyPr>
            <a:normAutofit/>
          </a:bodyPr>
          <a:lstStyle>
            <a:lvl1pPr marL="0" indent="0">
              <a:buNone/>
              <a:defRPr sz="18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zh-CN" altLang="en-US" smtClean="0"/>
              <a:t>单击此处编辑母版文本样式</a:t>
            </a:r>
            <a:endParaRPr lang="zh-CN" altLang="en-US" smtClean="0"/>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7092280" y="274638"/>
            <a:ext cx="1423070" cy="5851525"/>
          </a:xfrm>
        </p:spPr>
        <p:txBody>
          <a:bodyPr vert="eaVert">
            <a:normAutofit/>
          </a:bodyPr>
          <a:lstStyle>
            <a:lvl1pPr>
              <a:defRPr sz="3600"/>
            </a:lvl1p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628650" y="274638"/>
            <a:ext cx="6319614" cy="5851525"/>
          </a:xfrm>
        </p:spPr>
        <p:txBody>
          <a:bodyPr vert="eaVert"/>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1AA47955-9ED2-441E-A926-AB39F3274AA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4FA4E92-8115-4D0F-948C-D2CA9234184A}"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内容占位符 2"/>
          <p:cNvSpPr>
            <a:spLocks noGrp="1"/>
          </p:cNvSpPr>
          <p:nvPr>
            <p:ph idx="1"/>
          </p:nvPr>
        </p:nvSpPr>
        <p:spPr>
          <a:xfrm>
            <a:off x="628200" y="408675"/>
            <a:ext cx="7887600" cy="5810400"/>
          </a:xfrm>
        </p:spPr>
        <p:txBody>
          <a:bodyPr/>
          <a:lstStyle>
            <a:lvl1pPr>
              <a:defRPr sz="2400"/>
            </a:lvl1pPr>
            <a:lvl2pPr>
              <a:defRPr sz="2000"/>
            </a:lvl2pPr>
            <a:lvl3pPr>
              <a:defRPr sz="1800"/>
            </a:lvl3pPr>
            <a:lvl4pPr>
              <a:defRPr sz="1800"/>
            </a:lvl4pPr>
            <a:lvl5pPr>
              <a:defRPr sz="1800"/>
            </a:lvl5pPr>
          </a:lstStyle>
          <a:p>
            <a:pPr lvl="0"/>
            <a:r>
              <a:rPr lang="zh-CN" altLang="en-US" dirty="0" smtClean="0"/>
              <a:t>单击此处编辑母版文本样式</a:t>
            </a:r>
            <a:endParaRPr lang="zh-CN" altLang="en-US" dirty="0" smtClean="0"/>
          </a:p>
          <a:p>
            <a:pPr lvl="1"/>
            <a:r>
              <a:rPr lang="zh-CN" altLang="en-US" dirty="0" smtClean="0"/>
              <a:t>第二级</a:t>
            </a:r>
            <a:endParaRPr lang="zh-CN" altLang="en-US" dirty="0" smtClean="0"/>
          </a:p>
          <a:p>
            <a:pPr lvl="2"/>
            <a:r>
              <a:rPr lang="zh-CN" altLang="en-US" dirty="0" smtClean="0"/>
              <a:t>第三级</a:t>
            </a:r>
            <a:endParaRPr lang="zh-CN" altLang="en-US" dirty="0" smtClean="0"/>
          </a:p>
          <a:p>
            <a:pPr lvl="3"/>
            <a:r>
              <a:rPr lang="zh-CN" altLang="en-US" dirty="0" smtClean="0"/>
              <a:t>第四级</a:t>
            </a:r>
            <a:endParaRPr lang="zh-CN" altLang="en-US" dirty="0" smtClean="0"/>
          </a:p>
          <a:p>
            <a:pPr lvl="4"/>
            <a:r>
              <a:rPr lang="zh-CN" altLang="en-US" dirty="0" smtClean="0"/>
              <a:t>第五级</a:t>
            </a:r>
            <a:endParaRPr lang="zh-CN" altLang="en-US" dirty="0"/>
          </a:p>
        </p:txBody>
      </p:sp>
      <p:sp>
        <p:nvSpPr>
          <p:cNvPr id="4" name="日期占位符 3"/>
          <p:cNvSpPr>
            <a:spLocks noGrp="1"/>
          </p:cNvSpPr>
          <p:nvPr>
            <p:ph type="dt" sz="half" idx="10"/>
          </p:nvPr>
        </p:nvSpPr>
        <p:spPr/>
        <p:txBody>
          <a:bodyPr/>
          <a:lstStyle/>
          <a:p>
            <a:fld id="{6EF2F5ED-D19D-4097-92A9-D6092B3D6E68}"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A7AAEAA2-D029-4D23-B6D5-DE004B8B3ED2}" type="slidenum">
              <a:rPr lang="zh-CN" altLang="en-US" smtClean="0"/>
            </a:fld>
            <a:endParaRPr lang="zh-CN" altLang="en-US"/>
          </a:p>
        </p:txBody>
      </p:sp>
    </p:spTree>
  </p:cSld>
  <p:clrMapOvr>
    <a:masterClrMapping/>
  </p:clrMapOvr>
  <mc:AlternateContent xmlns:mc="http://schemas.openxmlformats.org/markup-compatibility/2006">
    <mc:Choice xmlns:p14="http://schemas.microsoft.com/office/powerpoint/2010/main" Requires="p14">
      <p:transition p14:dur="500">
        <p:fade/>
      </p:transition>
    </mc:Choice>
    <mc:Fallback>
      <p:transition>
        <p:fade/>
      </p:transition>
    </mc:Fallback>
  </mc:AlternateContent>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1.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1" Type="http://schemas.openxmlformats.org/officeDocument/2006/relationships/theme" Target="../theme/theme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_rels/slideMaster3.xml.rels><?xml version="1.0" encoding="UTF-8" standalone="yes"?>
<Relationships xmlns="http://schemas.openxmlformats.org/package/2006/relationships"><Relationship Id="rId9" Type="http://schemas.openxmlformats.org/officeDocument/2006/relationships/slideLayout" Target="../slideLayouts/slideLayout30.xml"/><Relationship Id="rId8" Type="http://schemas.openxmlformats.org/officeDocument/2006/relationships/slideLayout" Target="../slideLayouts/slideLayout29.xml"/><Relationship Id="rId7" Type="http://schemas.openxmlformats.org/officeDocument/2006/relationships/slideLayout" Target="../slideLayouts/slideLayout28.xml"/><Relationship Id="rId6" Type="http://schemas.openxmlformats.org/officeDocument/2006/relationships/slideLayout" Target="../slideLayouts/slideLayout27.xml"/><Relationship Id="rId5" Type="http://schemas.openxmlformats.org/officeDocument/2006/relationships/slideLayout" Target="../slideLayouts/slideLayout26.xml"/><Relationship Id="rId4" Type="http://schemas.openxmlformats.org/officeDocument/2006/relationships/slideLayout" Target="../slideLayouts/slideLayout25.xml"/><Relationship Id="rId3" Type="http://schemas.openxmlformats.org/officeDocument/2006/relationships/slideLayout" Target="../slideLayouts/slideLayout24.xml"/><Relationship Id="rId2" Type="http://schemas.openxmlformats.org/officeDocument/2006/relationships/slideLayout" Target="../slideLayouts/slideLayout23.xml"/><Relationship Id="rId11" Type="http://schemas.openxmlformats.org/officeDocument/2006/relationships/theme" Target="../theme/theme3.xml"/><Relationship Id="rId10" Type="http://schemas.openxmlformats.org/officeDocument/2006/relationships/slideLayout" Target="../slideLayouts/slideLayout31.xml"/><Relationship Id="rId1"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auto">
      <p:bgPr>
        <a:blipFill dpi="0" rotWithShape="0">
          <a:blip r:embed="rId12"/>
          <a:srcRect/>
          <a:stretch>
            <a:fillRect/>
          </a:stretch>
        </a:blip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0" y="266699"/>
            <a:ext cx="9142413" cy="792843"/>
          </a:xfrm>
          <a:prstGeom prst="rect">
            <a:avLst/>
          </a:prstGeom>
          <a:solidFill>
            <a:srgbClr val="00B6B0">
              <a:alpha val="79999"/>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450215" tIns="46990" rIns="450215" bIns="46990" numCol="1" anchor="ctr" anchorCtr="0" compatLnSpc="1">
            <a:normAutofit/>
          </a:bodyPr>
          <a:lstStyle/>
          <a:p>
            <a:pPr lvl="0"/>
            <a:r>
              <a:rPr lang="zh-CN" altLang="zh-CN" dirty="0" smtClean="0"/>
              <a:t>单击此处编辑母版标题样式</a:t>
            </a:r>
            <a:endParaRPr lang="zh-CN" altLang="zh-CN" dirty="0" smtClean="0"/>
          </a:p>
        </p:txBody>
      </p:sp>
      <p:sp>
        <p:nvSpPr>
          <p:cNvPr id="1027" name="Rectangle 3"/>
          <p:cNvSpPr>
            <a:spLocks noGrp="1" noChangeArrowheads="1"/>
          </p:cNvSpPr>
          <p:nvPr>
            <p:ph type="body" idx="1"/>
          </p:nvPr>
        </p:nvSpPr>
        <p:spPr bwMode="auto">
          <a:xfrm>
            <a:off x="457200" y="1460500"/>
            <a:ext cx="8229600" cy="4527550"/>
          </a:xfrm>
          <a:prstGeom prst="rect">
            <a:avLst/>
          </a:prstGeom>
          <a:noFill/>
          <a:ln>
            <a:noFill/>
          </a:ln>
        </p:spPr>
        <p:txBody>
          <a:bodyPr vert="horz" wrap="square" lIns="91440" tIns="45720" rIns="91440" bIns="45720" numCol="1" anchor="t" anchorCtr="0" compatLnSpc="1">
            <a:normAutofit/>
          </a:bodyPr>
          <a:lstStyle/>
          <a:p>
            <a:pPr lvl="0"/>
            <a:r>
              <a:rPr lang="zh-CN" altLang="zh-CN" dirty="0" smtClean="0"/>
              <a:t>单击此处编辑母版文本样式</a:t>
            </a:r>
            <a:endParaRPr lang="zh-CN" altLang="zh-CN" dirty="0" smtClean="0"/>
          </a:p>
          <a:p>
            <a:pPr lvl="1"/>
            <a:r>
              <a:rPr lang="zh-CN" altLang="zh-CN" dirty="0" smtClean="0"/>
              <a:t>第二级</a:t>
            </a:r>
            <a:endParaRPr lang="zh-CN" altLang="zh-CN" dirty="0" smtClean="0"/>
          </a:p>
          <a:p>
            <a:pPr lvl="2"/>
            <a:r>
              <a:rPr lang="zh-CN" altLang="zh-CN" dirty="0" smtClean="0"/>
              <a:t>第三级</a:t>
            </a:r>
            <a:endParaRPr lang="zh-CN" altLang="zh-CN" dirty="0" smtClean="0"/>
          </a:p>
          <a:p>
            <a:pPr lvl="3"/>
            <a:r>
              <a:rPr lang="zh-CN" altLang="zh-CN" dirty="0" smtClean="0"/>
              <a:t>第四级</a:t>
            </a:r>
            <a:endParaRPr lang="zh-CN" altLang="zh-CN" dirty="0" smtClean="0"/>
          </a:p>
          <a:p>
            <a:pPr lvl="4"/>
            <a:r>
              <a:rPr lang="zh-CN" altLang="zh-CN" dirty="0" smtClean="0"/>
              <a:t>第五级</a:t>
            </a:r>
            <a:endParaRPr lang="zh-CN" altLang="zh-CN" dirty="0" smtClean="0"/>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p:spPr>
        <p:txBody>
          <a:bodyPr vert="horz" wrap="square" lIns="91440" tIns="45720" rIns="91440" bIns="45720" numCol="1" anchor="t" anchorCtr="0" compatLnSpc="1"/>
          <a:lstStyle>
            <a:lvl1pPr eaLnBrk="1" hangingPunct="1">
              <a:buFont typeface="Arial" pitchFamily="34" charset="0"/>
              <a:buNone/>
              <a:defRPr sz="1400" smtClean="0">
                <a:solidFill>
                  <a:schemeClr val="bg1"/>
                </a:solidFill>
                <a:latin typeface="Arial" pitchFamily="34" charset="0"/>
                <a:ea typeface="黑体" pitchFamily="49" charset="-122"/>
                <a:sym typeface="Arial" pitchFamily="34" charset="0"/>
              </a:defRPr>
            </a:lvl1pPr>
          </a:lstStyle>
          <a:p>
            <a:pPr>
              <a:defRPr/>
            </a:pPr>
            <a:fld id="{CD0C577F-9995-4F3A-B50C-898500D06E4B}" type="datetime1">
              <a:rPr lang="zh-CN" altLang="en-US" smtClean="0"/>
            </a:fld>
            <a:endParaRPr lang="zh-CN" alt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p:spPr>
        <p:txBody>
          <a:bodyPr vert="horz" wrap="square" lIns="91440" tIns="45720" rIns="91440" bIns="45720" numCol="1" anchor="t" anchorCtr="0" compatLnSpc="1"/>
          <a:lstStyle>
            <a:lvl1pPr algn="ctr" eaLnBrk="1" hangingPunct="1">
              <a:buFont typeface="Arial" pitchFamily="34" charset="0"/>
              <a:buNone/>
              <a:defRPr sz="1400" smtClean="0">
                <a:solidFill>
                  <a:schemeClr val="bg1"/>
                </a:solidFill>
                <a:latin typeface="Arial" pitchFamily="34" charset="0"/>
                <a:ea typeface="黑体" pitchFamily="49" charset="-122"/>
                <a:sym typeface="Arial" pitchFamily="34" charset="0"/>
              </a:defRPr>
            </a:lvl1pPr>
          </a:lstStyle>
          <a:p>
            <a:pPr>
              <a:defRPr/>
            </a:pPr>
            <a:endParaRPr lang="zh-CN" alt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p:spPr>
        <p:txBody>
          <a:bodyPr vert="horz" wrap="square" lIns="91440" tIns="45720" rIns="91440" bIns="45720" numCol="1" anchor="t" anchorCtr="0" compatLnSpc="1"/>
          <a:lstStyle>
            <a:lvl1pPr algn="r" eaLnBrk="1" hangingPunct="1">
              <a:buFont typeface="Arial" pitchFamily="34" charset="0"/>
              <a:buNone/>
              <a:defRPr sz="1400" smtClean="0">
                <a:solidFill>
                  <a:schemeClr val="bg1"/>
                </a:solidFill>
                <a:latin typeface="Arial" pitchFamily="34" charset="0"/>
                <a:ea typeface="黑体" pitchFamily="49" charset="-122"/>
                <a:sym typeface="Arial" pitchFamily="34" charset="0"/>
              </a:defRPr>
            </a:lvl1pPr>
          </a:lstStyle>
          <a:p>
            <a:pPr>
              <a:defRPr/>
            </a:pPr>
            <a:fld id="{D316DAC8-EFA0-4704-8110-6D364E42B0FD}"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mc:Choice xmlns:p14="http://schemas.microsoft.com/office/powerpoint/2010/main" Requires="p14">
      <p:transition p14:dur="500">
        <p:fade/>
      </p:transition>
    </mc:Choice>
    <mc:Fallback>
      <p:transition>
        <p:fade/>
      </p:transition>
    </mc:Fallback>
  </mc:AlternateContent>
  <p:txStyles>
    <p:titleStyle>
      <a:lvl1pPr algn="l" rtl="0" eaLnBrk="0" fontAlgn="base" hangingPunct="0">
        <a:spcBef>
          <a:spcPct val="0"/>
        </a:spcBef>
        <a:spcAft>
          <a:spcPct val="0"/>
        </a:spcAft>
        <a:defRPr sz="3200" kern="1200">
          <a:solidFill>
            <a:schemeClr val="bg1"/>
          </a:solidFill>
          <a:latin typeface="+mj-ea"/>
          <a:ea typeface="+mj-ea"/>
          <a:cs typeface="+mj-cs"/>
          <a:sym typeface="Arial" pitchFamily="34" charset="0"/>
        </a:defRPr>
      </a:lvl1pPr>
      <a:lvl2pPr algn="l" rtl="0" eaLnBrk="0" fontAlgn="base" hangingPunct="0">
        <a:spcBef>
          <a:spcPct val="0"/>
        </a:spcBef>
        <a:spcAft>
          <a:spcPct val="0"/>
        </a:spcAft>
        <a:defRPr sz="3200">
          <a:solidFill>
            <a:schemeClr val="bg1"/>
          </a:solidFill>
          <a:latin typeface="Arial" pitchFamily="34" charset="0"/>
          <a:ea typeface="黑体" pitchFamily="49" charset="-122"/>
        </a:defRPr>
      </a:lvl2pPr>
      <a:lvl3pPr algn="l" rtl="0" eaLnBrk="0" fontAlgn="base" hangingPunct="0">
        <a:spcBef>
          <a:spcPct val="0"/>
        </a:spcBef>
        <a:spcAft>
          <a:spcPct val="0"/>
        </a:spcAft>
        <a:defRPr sz="3200">
          <a:solidFill>
            <a:schemeClr val="bg1"/>
          </a:solidFill>
          <a:latin typeface="Arial" pitchFamily="34" charset="0"/>
          <a:ea typeface="黑体" pitchFamily="49" charset="-122"/>
        </a:defRPr>
      </a:lvl3pPr>
      <a:lvl4pPr algn="l" rtl="0" eaLnBrk="0" fontAlgn="base" hangingPunct="0">
        <a:spcBef>
          <a:spcPct val="0"/>
        </a:spcBef>
        <a:spcAft>
          <a:spcPct val="0"/>
        </a:spcAft>
        <a:defRPr sz="3200">
          <a:solidFill>
            <a:schemeClr val="bg1"/>
          </a:solidFill>
          <a:latin typeface="Arial" pitchFamily="34" charset="0"/>
          <a:ea typeface="黑体" pitchFamily="49" charset="-122"/>
        </a:defRPr>
      </a:lvl4pPr>
      <a:lvl5pPr algn="l" rtl="0" eaLnBrk="0" fontAlgn="base" hangingPunct="0">
        <a:spcBef>
          <a:spcPct val="0"/>
        </a:spcBef>
        <a:spcAft>
          <a:spcPct val="0"/>
        </a:spcAft>
        <a:defRPr sz="3200">
          <a:solidFill>
            <a:schemeClr val="bg1"/>
          </a:solidFill>
          <a:latin typeface="Arial" pitchFamily="34" charset="0"/>
          <a:ea typeface="黑体" pitchFamily="49" charset="-122"/>
        </a:defRPr>
      </a:lvl5pPr>
      <a:lvl6pPr marL="457200" algn="l" rtl="0" fontAlgn="base">
        <a:spcBef>
          <a:spcPct val="0"/>
        </a:spcBef>
        <a:spcAft>
          <a:spcPct val="0"/>
        </a:spcAft>
        <a:defRPr sz="3200">
          <a:solidFill>
            <a:schemeClr val="bg1"/>
          </a:solidFill>
          <a:latin typeface="Arial" pitchFamily="34" charset="0"/>
          <a:ea typeface="黑体" pitchFamily="49" charset="-122"/>
        </a:defRPr>
      </a:lvl6pPr>
      <a:lvl7pPr marL="914400" algn="l" rtl="0" fontAlgn="base">
        <a:spcBef>
          <a:spcPct val="0"/>
        </a:spcBef>
        <a:spcAft>
          <a:spcPct val="0"/>
        </a:spcAft>
        <a:defRPr sz="3200">
          <a:solidFill>
            <a:schemeClr val="bg1"/>
          </a:solidFill>
          <a:latin typeface="Arial" pitchFamily="34" charset="0"/>
          <a:ea typeface="黑体" pitchFamily="49" charset="-122"/>
        </a:defRPr>
      </a:lvl7pPr>
      <a:lvl8pPr marL="1371600" algn="l" rtl="0" fontAlgn="base">
        <a:spcBef>
          <a:spcPct val="0"/>
        </a:spcBef>
        <a:spcAft>
          <a:spcPct val="0"/>
        </a:spcAft>
        <a:defRPr sz="3200">
          <a:solidFill>
            <a:schemeClr val="bg1"/>
          </a:solidFill>
          <a:latin typeface="Arial" pitchFamily="34" charset="0"/>
          <a:ea typeface="黑体" pitchFamily="49" charset="-122"/>
        </a:defRPr>
      </a:lvl8pPr>
      <a:lvl9pPr marL="1828800" algn="l" rtl="0" fontAlgn="base">
        <a:spcBef>
          <a:spcPct val="0"/>
        </a:spcBef>
        <a:spcAft>
          <a:spcPct val="0"/>
        </a:spcAft>
        <a:defRPr sz="3200">
          <a:solidFill>
            <a:schemeClr val="bg1"/>
          </a:solidFill>
          <a:latin typeface="Arial" pitchFamily="34" charset="0"/>
          <a:ea typeface="黑体" pitchFamily="49" charset="-122"/>
        </a:defRPr>
      </a:lvl9pPr>
    </p:titleStyle>
    <p:bodyStyle>
      <a:lvl1pPr marL="342900" indent="-342900" algn="l" rtl="0" eaLnBrk="0" fontAlgn="base" hangingPunct="0">
        <a:spcBef>
          <a:spcPct val="20000"/>
        </a:spcBef>
        <a:spcAft>
          <a:spcPct val="0"/>
        </a:spcAft>
        <a:buChar char="•"/>
        <a:defRPr sz="2400" kern="1200">
          <a:solidFill>
            <a:schemeClr val="bg1"/>
          </a:solidFill>
          <a:latin typeface="+mn-ea"/>
          <a:ea typeface="+mn-ea"/>
          <a:cs typeface="+mn-cs"/>
          <a:sym typeface="Arial" pitchFamily="34" charset="0"/>
        </a:defRPr>
      </a:lvl1pPr>
      <a:lvl2pPr marL="742950" indent="-285750" algn="l" rtl="0" eaLnBrk="0" fontAlgn="base" hangingPunct="0">
        <a:spcBef>
          <a:spcPct val="20000"/>
        </a:spcBef>
        <a:spcAft>
          <a:spcPct val="0"/>
        </a:spcAft>
        <a:buChar char="–"/>
        <a:defRPr sz="2000" kern="1200">
          <a:solidFill>
            <a:schemeClr val="bg1"/>
          </a:solidFill>
          <a:latin typeface="+mn-ea"/>
          <a:ea typeface="+mn-ea"/>
          <a:cs typeface="+mn-cs"/>
          <a:sym typeface="Arial" pitchFamily="34" charset="0"/>
        </a:defRPr>
      </a:lvl2pPr>
      <a:lvl3pPr marL="1143000" indent="-228600" algn="l" rtl="0" eaLnBrk="0" fontAlgn="base" hangingPunct="0">
        <a:spcBef>
          <a:spcPct val="20000"/>
        </a:spcBef>
        <a:spcAft>
          <a:spcPct val="0"/>
        </a:spcAft>
        <a:buChar char="•"/>
        <a:defRPr sz="1800" kern="1200">
          <a:solidFill>
            <a:schemeClr val="bg1"/>
          </a:solidFill>
          <a:latin typeface="+mn-ea"/>
          <a:ea typeface="+mn-ea"/>
          <a:cs typeface="+mn-cs"/>
          <a:sym typeface="Arial" pitchFamily="34" charset="0"/>
        </a:defRPr>
      </a:lvl3pPr>
      <a:lvl4pPr marL="1600200" indent="-228600" algn="l" rtl="0" eaLnBrk="0" fontAlgn="base" hangingPunct="0">
        <a:spcBef>
          <a:spcPct val="20000"/>
        </a:spcBef>
        <a:spcAft>
          <a:spcPct val="0"/>
        </a:spcAft>
        <a:buChar char="–"/>
        <a:defRPr sz="1800" kern="1200">
          <a:solidFill>
            <a:schemeClr val="bg1"/>
          </a:solidFill>
          <a:latin typeface="+mn-ea"/>
          <a:ea typeface="+mn-ea"/>
          <a:cs typeface="+mn-cs"/>
          <a:sym typeface="Arial" pitchFamily="34" charset="0"/>
        </a:defRPr>
      </a:lvl4pPr>
      <a:lvl5pPr marL="2057400" indent="-228600" algn="l" rtl="0" eaLnBrk="0" fontAlgn="base" hangingPunct="0">
        <a:spcBef>
          <a:spcPct val="20000"/>
        </a:spcBef>
        <a:spcAft>
          <a:spcPct val="0"/>
        </a:spcAft>
        <a:buChar char="»"/>
        <a:defRPr sz="1800" kern="1200">
          <a:solidFill>
            <a:schemeClr val="bg1"/>
          </a:solidFill>
          <a:latin typeface="+mn-ea"/>
          <a:ea typeface="+mn-ea"/>
          <a:cs typeface="+mn-cs"/>
          <a:sym typeface="Arial" pitchFamily="34" charset="0"/>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628650" y="365125"/>
            <a:ext cx="7886700" cy="1325563"/>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900">
                <a:solidFill>
                  <a:schemeClr val="tx1">
                    <a:tint val="75000"/>
                  </a:schemeClr>
                </a:solidFill>
              </a:defRPr>
            </a:lvl1pPr>
          </a:lstStyle>
          <a:p>
            <a:fld id="{82F288E0-7875-42C4-84C8-98DBBD3BF4D2}" type="datetimeFigureOut">
              <a:rPr lang="zh-CN" altLang="en-US" smtClean="0"/>
            </a:fld>
            <a:endParaRPr lang="zh-CN" altLang="en-US"/>
          </a:p>
        </p:txBody>
      </p:sp>
      <p:sp>
        <p:nvSpPr>
          <p:cNvPr id="5" name="页脚占位符 4"/>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9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7D9BB5D0-35E4-459D-AEF3-FE4D7C45CC1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Lst>
  <mc:AlternateContent xmlns:mc="http://schemas.openxmlformats.org/markup-compatibility/2006">
    <mc:Choice xmlns:p14="http://schemas.microsoft.com/office/powerpoint/2010/main" Requires="p14">
      <p:transition p14:dur="500">
        <p:fade/>
      </p:transition>
    </mc:Choice>
    <mc:Fallback>
      <p:transition>
        <p:fade/>
      </p:transition>
    </mc:Fallback>
  </mc:AlternateConten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0815" algn="l" defTabSz="685800" rtl="0" eaLnBrk="1" latinLnBrk="0" hangingPunct="1">
        <a:lnSpc>
          <a:spcPct val="90000"/>
        </a:lnSpc>
        <a:spcBef>
          <a:spcPts val="750"/>
        </a:spcBef>
        <a:buFont typeface="Arial" pitchFamily="34" charset="0"/>
        <a:buChar char="•"/>
        <a:defRPr sz="2100" kern="1200">
          <a:solidFill>
            <a:schemeClr val="tx1"/>
          </a:solidFill>
          <a:latin typeface="+mn-lt"/>
          <a:ea typeface="+mn-ea"/>
          <a:cs typeface="+mn-cs"/>
        </a:defRPr>
      </a:lvl1pPr>
      <a:lvl2pPr marL="514350" indent="-170815" algn="l" defTabSz="685800" rtl="0" eaLnBrk="1" latinLnBrk="0" hangingPunct="1">
        <a:lnSpc>
          <a:spcPct val="90000"/>
        </a:lnSpc>
        <a:spcBef>
          <a:spcPts val="375"/>
        </a:spcBef>
        <a:buFont typeface="Arial" pitchFamily="34" charset="0"/>
        <a:buChar char="•"/>
        <a:defRPr sz="1800" kern="1200">
          <a:solidFill>
            <a:schemeClr val="tx1"/>
          </a:solidFill>
          <a:latin typeface="+mn-lt"/>
          <a:ea typeface="+mn-ea"/>
          <a:cs typeface="+mn-cs"/>
        </a:defRPr>
      </a:lvl2pPr>
      <a:lvl3pPr marL="857250" indent="-170815" algn="l" defTabSz="685800" rtl="0" eaLnBrk="1" latinLnBrk="0" hangingPunct="1">
        <a:lnSpc>
          <a:spcPct val="90000"/>
        </a:lnSpc>
        <a:spcBef>
          <a:spcPts val="375"/>
        </a:spcBef>
        <a:buFont typeface="Arial" pitchFamily="34" charset="0"/>
        <a:buChar char="•"/>
        <a:defRPr sz="1500" kern="1200">
          <a:solidFill>
            <a:schemeClr val="tx1"/>
          </a:solidFill>
          <a:latin typeface="+mn-lt"/>
          <a:ea typeface="+mn-ea"/>
          <a:cs typeface="+mn-cs"/>
        </a:defRPr>
      </a:lvl3pPr>
      <a:lvl4pPr marL="1200150" indent="-170815"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4pPr>
      <a:lvl5pPr marL="1543050" indent="-170815"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5pPr>
      <a:lvl6pPr marL="1885950" indent="-170815"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6pPr>
      <a:lvl7pPr marL="2228850" indent="-170815"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7pPr>
      <a:lvl8pPr marL="2571750" indent="-170815"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8pPr>
      <a:lvl9pPr marL="2914650" indent="-170815" algn="l" defTabSz="685800" rtl="0" eaLnBrk="1" latinLnBrk="0" hangingPunct="1">
        <a:lnSpc>
          <a:spcPct val="90000"/>
        </a:lnSpc>
        <a:spcBef>
          <a:spcPts val="375"/>
        </a:spcBef>
        <a:buFont typeface="Arial" pitchFamily="34" charset="0"/>
        <a:buChar char="•"/>
        <a:defRPr sz="1350" kern="1200">
          <a:solidFill>
            <a:schemeClr val="tx1"/>
          </a:solidFill>
          <a:latin typeface="+mn-lt"/>
          <a:ea typeface="+mn-ea"/>
          <a:cs typeface="+mn-cs"/>
        </a:defRPr>
      </a:lvl9pPr>
    </p:bodyStyle>
    <p:otherStyle>
      <a:defPPr>
        <a:defRPr lang="zh-CN"/>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bwMode="auto">
      <p:bgPr>
        <a:solidFill>
          <a:srgbClr val="1B0609"/>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normAutofit/>
          </a:bodyPr>
          <a:lstStyle/>
          <a:p>
            <a:pPr lvl="0"/>
            <a:r>
              <a:rPr lang="zh-CN" altLang="zh-CN" smtClean="0"/>
              <a:t>单击此处编辑母版标题样式</a:t>
            </a:r>
            <a:endParaRPr lang="zh-CN" altLang="zh-CN" smtClean="0"/>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normAutofit/>
          </a:bodyPr>
          <a:lstStyle/>
          <a:p>
            <a:pPr lvl="0"/>
            <a:r>
              <a:rPr lang="zh-CN" altLang="zh-CN" dirty="0" smtClean="0"/>
              <a:t>单击此处编辑母版文本样式</a:t>
            </a:r>
            <a:endParaRPr lang="zh-CN" altLang="zh-CN" dirty="0" smtClean="0"/>
          </a:p>
          <a:p>
            <a:pPr lvl="1"/>
            <a:r>
              <a:rPr lang="zh-CN" altLang="zh-CN" dirty="0" smtClean="0"/>
              <a:t>第二级</a:t>
            </a:r>
            <a:endParaRPr lang="zh-CN" altLang="zh-CN" dirty="0" smtClean="0"/>
          </a:p>
          <a:p>
            <a:pPr lvl="2"/>
            <a:r>
              <a:rPr lang="zh-CN" altLang="zh-CN" dirty="0" smtClean="0"/>
              <a:t>第三级</a:t>
            </a:r>
            <a:endParaRPr lang="zh-CN" altLang="zh-CN" dirty="0" smtClean="0"/>
          </a:p>
          <a:p>
            <a:pPr lvl="3"/>
            <a:r>
              <a:rPr lang="zh-CN" altLang="zh-CN" dirty="0" smtClean="0"/>
              <a:t>第四级</a:t>
            </a:r>
            <a:endParaRPr lang="zh-CN" altLang="zh-CN" dirty="0" smtClean="0"/>
          </a:p>
          <a:p>
            <a:pPr lvl="4"/>
            <a:r>
              <a:rPr lang="zh-CN" altLang="zh-CN" dirty="0" smtClean="0"/>
              <a:t>第五级</a:t>
            </a:r>
            <a:endParaRPr lang="zh-CN" altLang="zh-CN" dirty="0" smtClean="0"/>
          </a:p>
        </p:txBody>
      </p:sp>
      <p:sp>
        <p:nvSpPr>
          <p:cNvPr id="2" name="日期占位符 1"/>
          <p:cNvSpPr>
            <a:spLocks noGrp="1"/>
          </p:cNvSpPr>
          <p:nvPr>
            <p:ph type="dt" sz="half" idx="2"/>
          </p:nvPr>
        </p:nvSpPr>
        <p:spPr>
          <a:xfrm>
            <a:off x="628650" y="6356350"/>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AA47955-9ED2-441E-A926-AB39F3274AAE}" type="datetimeFigureOut">
              <a:rPr lang="zh-CN" altLang="en-US" smtClean="0"/>
            </a:fld>
            <a:endParaRPr lang="zh-CN" altLang="en-US"/>
          </a:p>
        </p:txBody>
      </p:sp>
      <p:sp>
        <p:nvSpPr>
          <p:cNvPr id="3" name="页脚占位符 2"/>
          <p:cNvSpPr>
            <a:spLocks noGrp="1"/>
          </p:cNvSpPr>
          <p:nvPr>
            <p:ph type="ftr" sz="quarter" idx="3"/>
          </p:nvPr>
        </p:nvSpPr>
        <p:spPr>
          <a:xfrm>
            <a:off x="3028950" y="6356350"/>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4" name="灯片编号占位符 3"/>
          <p:cNvSpPr>
            <a:spLocks noGrp="1"/>
          </p:cNvSpPr>
          <p:nvPr>
            <p:ph type="sldNum" sz="quarter" idx="4"/>
          </p:nvPr>
        </p:nvSpPr>
        <p:spPr>
          <a:xfrm>
            <a:off x="6457950" y="6356350"/>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4FA4E92-8115-4D0F-948C-D2CA9234184A}"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Lst>
  <mc:AlternateContent xmlns:mc="http://schemas.openxmlformats.org/markup-compatibility/2006">
    <mc:Choice xmlns:p14="http://schemas.microsoft.com/office/powerpoint/2010/main" Requires="p14">
      <p:transition p14:dur="500">
        <p:fade/>
      </p:transition>
    </mc:Choice>
    <mc:Fallback>
      <p:transition>
        <p:fade/>
      </p:transition>
    </mc:Fallback>
  </mc:AlternateContent>
  <p:txStyles>
    <p:titleStyle>
      <a:lvl1pPr algn="ctr" rtl="0" eaLnBrk="0" fontAlgn="base" hangingPunct="0">
        <a:spcBef>
          <a:spcPct val="0"/>
        </a:spcBef>
        <a:spcAft>
          <a:spcPct val="0"/>
        </a:spcAft>
        <a:defRPr sz="4000" kern="1200">
          <a:solidFill>
            <a:schemeClr val="bg1"/>
          </a:solidFill>
          <a:latin typeface="+mj-lt"/>
          <a:ea typeface="+mj-ea"/>
          <a:cs typeface="+mj-cs"/>
        </a:defRPr>
      </a:lvl1pPr>
      <a:lvl2pPr algn="ctr" rtl="0" eaLnBrk="0" fontAlgn="base" hangingPunct="0">
        <a:spcBef>
          <a:spcPct val="0"/>
        </a:spcBef>
        <a:spcAft>
          <a:spcPct val="0"/>
        </a:spcAft>
        <a:defRPr sz="4400">
          <a:solidFill>
            <a:schemeClr val="bg1"/>
          </a:solidFill>
          <a:latin typeface="Arial" pitchFamily="34" charset="0"/>
          <a:ea typeface="黑体" pitchFamily="49" charset="-122"/>
        </a:defRPr>
      </a:lvl2pPr>
      <a:lvl3pPr algn="ctr" rtl="0" eaLnBrk="0" fontAlgn="base" hangingPunct="0">
        <a:spcBef>
          <a:spcPct val="0"/>
        </a:spcBef>
        <a:spcAft>
          <a:spcPct val="0"/>
        </a:spcAft>
        <a:defRPr sz="4400">
          <a:solidFill>
            <a:schemeClr val="bg1"/>
          </a:solidFill>
          <a:latin typeface="Arial" pitchFamily="34" charset="0"/>
          <a:ea typeface="黑体" pitchFamily="49" charset="-122"/>
        </a:defRPr>
      </a:lvl3pPr>
      <a:lvl4pPr algn="ctr" rtl="0" eaLnBrk="0" fontAlgn="base" hangingPunct="0">
        <a:spcBef>
          <a:spcPct val="0"/>
        </a:spcBef>
        <a:spcAft>
          <a:spcPct val="0"/>
        </a:spcAft>
        <a:defRPr sz="4400">
          <a:solidFill>
            <a:schemeClr val="bg1"/>
          </a:solidFill>
          <a:latin typeface="Arial" pitchFamily="34" charset="0"/>
          <a:ea typeface="黑体" pitchFamily="49" charset="-122"/>
        </a:defRPr>
      </a:lvl4pPr>
      <a:lvl5pPr algn="ctr" rtl="0" eaLnBrk="0" fontAlgn="base" hangingPunct="0">
        <a:spcBef>
          <a:spcPct val="0"/>
        </a:spcBef>
        <a:spcAft>
          <a:spcPct val="0"/>
        </a:spcAft>
        <a:defRPr sz="4400">
          <a:solidFill>
            <a:schemeClr val="bg1"/>
          </a:solidFill>
          <a:latin typeface="Arial" pitchFamily="34" charset="0"/>
          <a:ea typeface="黑体" pitchFamily="49" charset="-122"/>
        </a:defRPr>
      </a:lvl5pPr>
      <a:lvl6pPr marL="457200" algn="ctr" rtl="0" eaLnBrk="0" fontAlgn="base" hangingPunct="0">
        <a:spcBef>
          <a:spcPct val="0"/>
        </a:spcBef>
        <a:spcAft>
          <a:spcPct val="0"/>
        </a:spcAft>
        <a:defRPr sz="4400">
          <a:solidFill>
            <a:schemeClr val="bg1"/>
          </a:solidFill>
          <a:latin typeface="Arial" pitchFamily="34" charset="0"/>
          <a:ea typeface="黑体" pitchFamily="49" charset="-122"/>
        </a:defRPr>
      </a:lvl6pPr>
      <a:lvl7pPr marL="914400" algn="ctr" rtl="0" eaLnBrk="0" fontAlgn="base" hangingPunct="0">
        <a:spcBef>
          <a:spcPct val="0"/>
        </a:spcBef>
        <a:spcAft>
          <a:spcPct val="0"/>
        </a:spcAft>
        <a:defRPr sz="4400">
          <a:solidFill>
            <a:schemeClr val="bg1"/>
          </a:solidFill>
          <a:latin typeface="Arial" pitchFamily="34" charset="0"/>
          <a:ea typeface="黑体" pitchFamily="49" charset="-122"/>
        </a:defRPr>
      </a:lvl7pPr>
      <a:lvl8pPr marL="1371600" algn="ctr" rtl="0" eaLnBrk="0" fontAlgn="base" hangingPunct="0">
        <a:spcBef>
          <a:spcPct val="0"/>
        </a:spcBef>
        <a:spcAft>
          <a:spcPct val="0"/>
        </a:spcAft>
        <a:defRPr sz="4400">
          <a:solidFill>
            <a:schemeClr val="bg1"/>
          </a:solidFill>
          <a:latin typeface="Arial" pitchFamily="34" charset="0"/>
          <a:ea typeface="黑体" pitchFamily="49" charset="-122"/>
        </a:defRPr>
      </a:lvl8pPr>
      <a:lvl9pPr marL="1828800" algn="ctr" rtl="0" eaLnBrk="0" fontAlgn="base" hangingPunct="0">
        <a:spcBef>
          <a:spcPct val="0"/>
        </a:spcBef>
        <a:spcAft>
          <a:spcPct val="0"/>
        </a:spcAft>
        <a:defRPr sz="4400">
          <a:solidFill>
            <a:schemeClr val="bg1"/>
          </a:solidFill>
          <a:latin typeface="Arial" pitchFamily="34" charset="0"/>
          <a:ea typeface="黑体" pitchFamily="49" charset="-122"/>
        </a:defRPr>
      </a:lvl9pPr>
    </p:titleStyle>
    <p:bodyStyle>
      <a:lvl1pPr marL="342900" indent="-342900" algn="l" rtl="0" eaLnBrk="0" fontAlgn="base" hangingPunct="0">
        <a:spcBef>
          <a:spcPct val="20000"/>
        </a:spcBef>
        <a:spcAft>
          <a:spcPct val="0"/>
        </a:spcAft>
        <a:buChar char="•"/>
        <a:defRPr sz="2400" kern="1200">
          <a:solidFill>
            <a:schemeClr val="bg1"/>
          </a:solidFill>
          <a:latin typeface="+mn-lt"/>
          <a:ea typeface="+mn-ea"/>
          <a:cs typeface="+mn-cs"/>
        </a:defRPr>
      </a:lvl1pPr>
      <a:lvl2pPr marL="742950" indent="-285750" algn="l" rtl="0" eaLnBrk="0" fontAlgn="base" hangingPunct="0">
        <a:spcBef>
          <a:spcPct val="20000"/>
        </a:spcBef>
        <a:spcAft>
          <a:spcPct val="0"/>
        </a:spcAft>
        <a:buChar char="–"/>
        <a:defRPr sz="2000" kern="1200">
          <a:solidFill>
            <a:schemeClr val="bg1"/>
          </a:solidFill>
          <a:latin typeface="+mn-lt"/>
          <a:ea typeface="+mn-ea"/>
          <a:cs typeface="+mn-cs"/>
        </a:defRPr>
      </a:lvl2pPr>
      <a:lvl3pPr marL="1143000" indent="-228600" algn="l" rtl="0" eaLnBrk="0" fontAlgn="base" hangingPunct="0">
        <a:spcBef>
          <a:spcPct val="20000"/>
        </a:spcBef>
        <a:spcAft>
          <a:spcPct val="0"/>
        </a:spcAft>
        <a:buChar char="•"/>
        <a:defRPr sz="1800" kern="1200">
          <a:solidFill>
            <a:schemeClr val="bg1"/>
          </a:solidFill>
          <a:latin typeface="+mn-lt"/>
          <a:ea typeface="+mn-ea"/>
          <a:cs typeface="+mn-cs"/>
        </a:defRPr>
      </a:lvl3pPr>
      <a:lvl4pPr marL="1600200" indent="-228600" algn="l" rtl="0" eaLnBrk="0" fontAlgn="base" hangingPunct="0">
        <a:spcBef>
          <a:spcPct val="20000"/>
        </a:spcBef>
        <a:spcAft>
          <a:spcPct val="0"/>
        </a:spcAft>
        <a:buChar char="–"/>
        <a:defRPr sz="1800" kern="1200">
          <a:solidFill>
            <a:schemeClr val="bg1"/>
          </a:solidFill>
          <a:latin typeface="+mn-lt"/>
          <a:ea typeface="+mn-ea"/>
          <a:cs typeface="+mn-cs"/>
        </a:defRPr>
      </a:lvl4pPr>
      <a:lvl5pPr marL="2057400" indent="-228600" algn="l" rtl="0" eaLnBrk="0" fontAlgn="base" hangingPunct="0">
        <a:spcBef>
          <a:spcPct val="20000"/>
        </a:spcBef>
        <a:spcAft>
          <a:spcPct val="0"/>
        </a:spcAft>
        <a:buChar char="»"/>
        <a:defRPr sz="1800" kern="1200">
          <a:solidFill>
            <a:schemeClr val="bg1"/>
          </a:solidFill>
          <a:latin typeface="+mn-lt"/>
          <a:ea typeface="+mn-ea"/>
          <a:cs typeface="+mn-cs"/>
        </a:defRPr>
      </a:lvl5pPr>
      <a:lvl6pPr marL="25146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slideLayout" Target="../slideLayouts/slideLayout1.xml"/><Relationship Id="rId1" Type="http://schemas.openxmlformats.org/officeDocument/2006/relationships/tags" Target="../tags/tag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13.xml"/><Relationship Id="rId2" Type="http://schemas.openxmlformats.org/officeDocument/2006/relationships/image" Target="../media/image3.jpeg"/><Relationship Id="rId1" Type="http://schemas.openxmlformats.org/officeDocument/2006/relationships/image" Target="../media/image2.png"/></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13.xml"/><Relationship Id="rId1" Type="http://schemas.openxmlformats.org/officeDocument/2006/relationships/image" Target="../media/image4.png"/></Relationships>
</file>

<file path=ppt/slides/_rels/slide4.xml.rels><?xml version="1.0" encoding="UTF-8" standalone="yes"?>
<Relationships xmlns="http://schemas.openxmlformats.org/package/2006/relationships"><Relationship Id="rId7" Type="http://schemas.openxmlformats.org/officeDocument/2006/relationships/notesSlide" Target="../notesSlides/notesSlide1.xml"/><Relationship Id="rId6" Type="http://schemas.openxmlformats.org/officeDocument/2006/relationships/slideLayout" Target="../slideLayouts/slideLayout7.xml"/><Relationship Id="rId5" Type="http://schemas.openxmlformats.org/officeDocument/2006/relationships/tags" Target="../tags/tag3.xml"/><Relationship Id="rId4" Type="http://schemas.openxmlformats.org/officeDocument/2006/relationships/hyperlink" Target="&#32918;&#37030;%20&#32451;&#20064;&#26354;%20&#38761;&#21629;%20Op10%20No12.flv" TargetMode="External"/><Relationship Id="rId3" Type="http://schemas.openxmlformats.org/officeDocument/2006/relationships/hyperlink" Target="0001.&#20248;&#37239;&#32593;-051%20&#32918;&#37030;%20&#32451;&#20064;&#26354;%20&#38761;&#21629;%20Op10%20No12%20DV%20&#19990;&#30028;&#38050;&#29748;&#32463;&#20856;&#21517;&#26354;100&#39318;%5b&#36229;&#28165;&#29256;%5d.flv" TargetMode="External"/><Relationship Id="rId2" Type="http://schemas.openxmlformats.org/officeDocument/2006/relationships/image" Target="../media/image5.jpeg"/><Relationship Id="rId1" Type="http://schemas.openxmlformats.org/officeDocument/2006/relationships/tags" Target="../tags/tag2.xml"/></Relationships>
</file>

<file path=ppt/slides/_rels/slide5.xml.rels><?xml version="1.0" encoding="UTF-8" standalone="yes"?>
<Relationships xmlns="http://schemas.openxmlformats.org/package/2006/relationships"><Relationship Id="rId7" Type="http://schemas.openxmlformats.org/officeDocument/2006/relationships/notesSlide" Target="../notesSlides/notesSlide2.xml"/><Relationship Id="rId6" Type="http://schemas.openxmlformats.org/officeDocument/2006/relationships/slideLayout" Target="../slideLayouts/slideLayout7.xml"/><Relationship Id="rId5" Type="http://schemas.openxmlformats.org/officeDocument/2006/relationships/tags" Target="../tags/tag7.xml"/><Relationship Id="rId4" Type="http://schemas.openxmlformats.org/officeDocument/2006/relationships/image" Target="../media/image6.GIF"/><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tags" Target="../tags/tag4.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7.xml"/><Relationship Id="rId4" Type="http://schemas.openxmlformats.org/officeDocument/2006/relationships/tags" Target="../tags/tag10.xml"/><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7" Type="http://schemas.openxmlformats.org/officeDocument/2006/relationships/notesSlide" Target="../notesSlides/notesSlide3.xml"/><Relationship Id="rId6" Type="http://schemas.openxmlformats.org/officeDocument/2006/relationships/slideLayout" Target="../slideLayouts/slideLayout7.xml"/><Relationship Id="rId5" Type="http://schemas.openxmlformats.org/officeDocument/2006/relationships/tags" Target="../tags/tag13.xml"/><Relationship Id="rId4" Type="http://schemas.openxmlformats.org/officeDocument/2006/relationships/image" Target="../media/image9.jpeg"/><Relationship Id="rId3" Type="http://schemas.openxmlformats.org/officeDocument/2006/relationships/image" Target="../media/image8.jpeg"/><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7.xml"/><Relationship Id="rId6" Type="http://schemas.openxmlformats.org/officeDocument/2006/relationships/tags" Target="../tags/tag18.xml"/><Relationship Id="rId5" Type="http://schemas.openxmlformats.org/officeDocument/2006/relationships/tags" Target="../tags/tag17.xml"/><Relationship Id="rId4" Type="http://schemas.openxmlformats.org/officeDocument/2006/relationships/tags" Target="../tags/tag16.xml"/><Relationship Id="rId3" Type="http://schemas.openxmlformats.org/officeDocument/2006/relationships/tags" Target="../tags/tag15.xml"/><Relationship Id="rId2" Type="http://schemas.openxmlformats.org/officeDocument/2006/relationships/image" Target="../media/image10.png"/><Relationship Id="rId1" Type="http://schemas.openxmlformats.org/officeDocument/2006/relationships/tags" Target="../tags/tag14.xml"/></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7.xml"/><Relationship Id="rId1" Type="http://schemas.openxmlformats.org/officeDocument/2006/relationships/tags" Target="../tags/tag19.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p:sp>
        <p:nvSpPr>
          <p:cNvPr id="8" name="矩形 7"/>
          <p:cNvSpPr/>
          <p:nvPr/>
        </p:nvSpPr>
        <p:spPr>
          <a:xfrm>
            <a:off x="1504950" y="2888456"/>
            <a:ext cx="6258401" cy="571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9" name="矩形 8"/>
          <p:cNvSpPr/>
          <p:nvPr/>
        </p:nvSpPr>
        <p:spPr>
          <a:xfrm>
            <a:off x="1517809" y="3751898"/>
            <a:ext cx="6258401" cy="5715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0" name="文本框 9"/>
          <p:cNvSpPr txBox="1"/>
          <p:nvPr/>
        </p:nvSpPr>
        <p:spPr>
          <a:xfrm>
            <a:off x="1483995" y="2934970"/>
            <a:ext cx="5911850" cy="502920"/>
          </a:xfrm>
          <a:prstGeom prst="rect">
            <a:avLst/>
          </a:prstGeom>
          <a:noFill/>
          <a:extLst>
            <a:ext uri="{909E8E84-426E-40DD-AFC4-6F175D3DCCD1}">
              <a14:hiddenFill xmlns:a14="http://schemas.microsoft.com/office/drawing/2010/main">
                <a:solidFill>
                  <a:schemeClr val="bg1">
                    <a:lumMod val="85000"/>
                  </a:schemeClr>
                </a:solidFill>
              </a14:hiddenFill>
            </a:ext>
          </a:extLst>
        </p:spPr>
        <p:txBody>
          <a:bodyPr wrap="square" rtlCol="0">
            <a:spAutoFit/>
          </a:bodyPr>
          <a:p>
            <a:pPr algn="ctr"/>
            <a:r>
              <a:rPr lang="en-US" altLang="zh-CN" sz="2100">
                <a:ln>
                  <a:noFill/>
                </a:ln>
                <a:solidFill>
                  <a:schemeClr val="bg1"/>
                </a:solidFill>
                <a:effectLst>
                  <a:outerShdw blurRad="38100" dist="19050" dir="2700000" algn="tl" rotWithShape="0">
                    <a:schemeClr val="dk1">
                      <a:alpha val="40000"/>
                    </a:schemeClr>
                  </a:outerShdw>
                </a:effectLst>
                <a:latin typeface="Adobe Garamond Pro Bold" charset="0"/>
              </a:rPr>
              <a:t>Etude In C Minor, Op.10 No.12 Revolutionary</a:t>
            </a:r>
            <a:r>
              <a:rPr lang="zh-CN" altLang="zh-CN" sz="2700">
                <a:ln>
                  <a:noFill/>
                </a:ln>
                <a:solidFill>
                  <a:schemeClr val="bg1"/>
                </a:solidFill>
                <a:effectLst>
                  <a:outerShdw blurRad="38100" dist="19050" dir="2700000" algn="tl" rotWithShape="0">
                    <a:schemeClr val="dk1">
                      <a:alpha val="40000"/>
                    </a:schemeClr>
                  </a:outerShdw>
                </a:effectLst>
                <a:latin typeface="Academy Engraved LET" charset="0"/>
              </a:rPr>
              <a:t> </a:t>
            </a:r>
            <a:endParaRPr lang="zh-CN" altLang="zh-CN" sz="2700">
              <a:ln>
                <a:noFill/>
              </a:ln>
              <a:solidFill>
                <a:schemeClr val="bg1"/>
              </a:solidFill>
              <a:effectLst>
                <a:outerShdw blurRad="38100" dist="19050" dir="2700000" algn="tl" rotWithShape="0">
                  <a:schemeClr val="dk1">
                    <a:alpha val="40000"/>
                  </a:schemeClr>
                </a:outerShdw>
              </a:effectLst>
              <a:latin typeface="Academy Engraved LET" charset="0"/>
            </a:endParaRPr>
          </a:p>
        </p:txBody>
      </p:sp>
      <p:sp>
        <p:nvSpPr>
          <p:cNvPr id="12" name="文本框 11"/>
          <p:cNvSpPr txBox="1"/>
          <p:nvPr/>
        </p:nvSpPr>
        <p:spPr>
          <a:xfrm>
            <a:off x="3058636" y="3328670"/>
            <a:ext cx="3061811" cy="368300"/>
          </a:xfrm>
          <a:prstGeom prst="rect">
            <a:avLst/>
          </a:prstGeom>
          <a:noFill/>
        </p:spPr>
        <p:txBody>
          <a:bodyPr wrap="square" rtlCol="0">
            <a:spAutoFit/>
          </a:bodyPr>
          <a:p>
            <a:pPr algn="ctr"/>
            <a:r>
              <a:rPr lang="en-US" altLang="zh-CN" b="1">
                <a:solidFill>
                  <a:schemeClr val="bg1"/>
                </a:solidFill>
                <a:latin typeface="黑体" charset="0"/>
                <a:ea typeface="黑体" charset="0"/>
              </a:rPr>
              <a:t>C</a:t>
            </a:r>
            <a:r>
              <a:rPr lang="zh-CN" altLang="en-US" b="1">
                <a:solidFill>
                  <a:schemeClr val="bg1"/>
                </a:solidFill>
                <a:latin typeface="黑体" charset="0"/>
                <a:ea typeface="黑体" charset="0"/>
              </a:rPr>
              <a:t>小调 革命练习曲</a:t>
            </a:r>
            <a:r>
              <a:rPr lang="zh-CN" altLang="en-US">
                <a:solidFill>
                  <a:schemeClr val="bg1"/>
                </a:solidFill>
              </a:rPr>
              <a:t> </a:t>
            </a:r>
            <a:endParaRPr lang="zh-CN" altLang="en-US">
              <a:solidFill>
                <a:schemeClr val="bg1"/>
              </a:solidFill>
            </a:endParaRPr>
          </a:p>
        </p:txBody>
      </p:sp>
      <p:sp>
        <p:nvSpPr>
          <p:cNvPr id="14" name="矩形 13"/>
          <p:cNvSpPr/>
          <p:nvPr/>
        </p:nvSpPr>
        <p:spPr>
          <a:xfrm flipH="1">
            <a:off x="2214245" y="3980815"/>
            <a:ext cx="98425" cy="1113790"/>
          </a:xfrm>
          <a:prstGeom prst="rect">
            <a:avLst/>
          </a:prstGeom>
          <a:solidFill>
            <a:schemeClr val="bg1"/>
          </a:solidFill>
          <a:ln w="6350" cmpd="sng">
            <a:solidFill>
              <a:schemeClr val="bg1">
                <a:lumMod val="85000"/>
              </a:schemeClr>
            </a:solidFill>
            <a:prstDash val="solid"/>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sz="1350"/>
          </a:p>
        </p:txBody>
      </p:sp>
      <p:sp>
        <p:nvSpPr>
          <p:cNvPr id="15" name="文本框 14"/>
          <p:cNvSpPr txBox="1"/>
          <p:nvPr/>
        </p:nvSpPr>
        <p:spPr>
          <a:xfrm>
            <a:off x="2346960" y="4109085"/>
            <a:ext cx="4404995" cy="396240"/>
          </a:xfrm>
          <a:prstGeom prst="rect">
            <a:avLst/>
          </a:prstGeom>
          <a:noFill/>
        </p:spPr>
        <p:txBody>
          <a:bodyPr wrap="square" rtlCol="0">
            <a:spAutoFit/>
          </a:bodyPr>
          <a:p>
            <a:r>
              <a:rPr lang="zh-CN" altLang="en-US" sz="2000">
                <a:ln>
                  <a:noFill/>
                </a:ln>
                <a:solidFill>
                  <a:schemeClr val="bg1"/>
                </a:solidFill>
                <a:latin typeface="黑体" charset="0"/>
                <a:ea typeface="黑体" charset="0"/>
              </a:rPr>
              <a:t>组员：郑智瀚 林宇轩 陈康 吴耿生</a:t>
            </a:r>
            <a:endParaRPr lang="zh-CN" altLang="en-US" sz="2000">
              <a:ln>
                <a:noFill/>
              </a:ln>
              <a:solidFill>
                <a:schemeClr val="bg1"/>
              </a:solidFill>
              <a:latin typeface="黑体" charset="0"/>
              <a:ea typeface="黑体" charset="0"/>
            </a:endParaRPr>
          </a:p>
        </p:txBody>
      </p:sp>
      <p:sp>
        <p:nvSpPr>
          <p:cNvPr id="17" name="文本框 16"/>
          <p:cNvSpPr txBox="1"/>
          <p:nvPr/>
        </p:nvSpPr>
        <p:spPr>
          <a:xfrm>
            <a:off x="2378075" y="4615180"/>
            <a:ext cx="2386330" cy="365760"/>
          </a:xfrm>
          <a:prstGeom prst="rect">
            <a:avLst/>
          </a:prstGeom>
          <a:noFill/>
        </p:spPr>
        <p:txBody>
          <a:bodyPr wrap="square" rtlCol="0">
            <a:spAutoFit/>
          </a:bodyPr>
          <a:p>
            <a:r>
              <a:rPr lang="en-US" altLang="zh-CN">
                <a:solidFill>
                  <a:schemeClr val="bg1"/>
                </a:solidFill>
                <a:latin typeface="黑体" charset="0"/>
                <a:ea typeface="黑体" charset="0"/>
                <a:sym typeface="+mn-ea"/>
              </a:rPr>
              <a:t>PPT</a:t>
            </a:r>
            <a:r>
              <a:rPr lang="zh-CN" altLang="en-US">
                <a:solidFill>
                  <a:schemeClr val="bg1"/>
                </a:solidFill>
                <a:latin typeface="黑体" charset="0"/>
                <a:ea typeface="黑体" charset="0"/>
                <a:sym typeface="+mn-ea"/>
              </a:rPr>
              <a:t>制作：郑智瀚</a:t>
            </a:r>
            <a:endParaRPr lang="zh-CN" altLang="en-US">
              <a:solidFill>
                <a:schemeClr val="bg1"/>
              </a:solidFill>
              <a:latin typeface="黑体" charset="0"/>
              <a:ea typeface="黑体" charset="0"/>
              <a:sym typeface="+mn-ea"/>
            </a:endParaRPr>
          </a:p>
        </p:txBody>
      </p:sp>
    </p:spTree>
    <p:custDataLst>
      <p:tags r:id="rId1"/>
    </p:custDataLst>
  </p:cSld>
  <p:clrMapOvr>
    <a:masterClrMapping/>
  </p:clrMapOvr>
  <mc:AlternateContent xmlns:mc="http://schemas.openxmlformats.org/markup-compatibility/2006">
    <mc:Choice xmlns:p14="http://schemas.microsoft.com/office/powerpoint/2010/main" Requires="p14">
      <p:transition p14:dur="7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2" nodeType="afterEffect">
                                  <p:stCondLst>
                                    <p:cond delay="500"/>
                                  </p:stCondLst>
                                  <p:childTnLst>
                                    <p:set>
                                      <p:cBhvr>
                                        <p:cTn id="6" dur="1" fill="hold">
                                          <p:stCondLst>
                                            <p:cond delay="0"/>
                                          </p:stCondLst>
                                        </p:cTn>
                                        <p:tgtEl>
                                          <p:spTgt spid="10"/>
                                        </p:tgtEl>
                                        <p:attrNameLst>
                                          <p:attrName>style.visibility</p:attrName>
                                        </p:attrNameLst>
                                      </p:cBhvr>
                                      <p:to>
                                        <p:strVal val="visible"/>
                                      </p:to>
                                    </p:set>
                                    <p:animEffect transition="in" filter="wipe(left)">
                                      <p:cBhvr>
                                        <p:cTn id="7" dur="1000"/>
                                        <p:tgtEl>
                                          <p:spTgt spid="10"/>
                                        </p:tgtEl>
                                      </p:cBhvr>
                                    </p:animEffect>
                                  </p:childTnLst>
                                </p:cTn>
                              </p:par>
                            </p:childTnLst>
                          </p:cTn>
                        </p:par>
                        <p:par>
                          <p:cTn id="8" fill="hold">
                            <p:stCondLst>
                              <p:cond delay="1500"/>
                            </p:stCondLst>
                            <p:childTnLst>
                              <p:par>
                                <p:cTn id="9" presetID="22" presetClass="entr" presetSubtype="8" fill="hold" grpId="0" nodeType="afterEffect">
                                  <p:stCondLst>
                                    <p:cond delay="0"/>
                                  </p:stCondLst>
                                  <p:childTnLst>
                                    <p:set>
                                      <p:cBhvr>
                                        <p:cTn id="10" dur="1" fill="hold">
                                          <p:stCondLst>
                                            <p:cond delay="0"/>
                                          </p:stCondLst>
                                        </p:cTn>
                                        <p:tgtEl>
                                          <p:spTgt spid="12"/>
                                        </p:tgtEl>
                                        <p:attrNameLst>
                                          <p:attrName>style.visibility</p:attrName>
                                        </p:attrNameLst>
                                      </p:cBhvr>
                                      <p:to>
                                        <p:strVal val="visible"/>
                                      </p:to>
                                    </p:set>
                                    <p:animEffect transition="in" filter="wipe(left)">
                                      <p:cBhvr>
                                        <p:cTn id="11" dur="1000"/>
                                        <p:tgtEl>
                                          <p:spTgt spid="12"/>
                                        </p:tgtEl>
                                      </p:cBhvr>
                                    </p:animEffect>
                                  </p:childTnLst>
                                </p:cTn>
                              </p:par>
                            </p:childTnLst>
                          </p:cTn>
                        </p:par>
                        <p:par>
                          <p:cTn id="12" fill="hold">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14"/>
                                        </p:tgtEl>
                                        <p:attrNameLst>
                                          <p:attrName>style.visibility</p:attrName>
                                        </p:attrNameLst>
                                      </p:cBhvr>
                                      <p:to>
                                        <p:strVal val="visible"/>
                                      </p:to>
                                    </p:set>
                                    <p:animEffect transition="in" filter="wipe(up)">
                                      <p:cBhvr>
                                        <p:cTn id="15" dur="500"/>
                                        <p:tgtEl>
                                          <p:spTgt spid="14"/>
                                        </p:tgtEl>
                                      </p:cBhvr>
                                    </p:animEffect>
                                  </p:childTnLst>
                                </p:cTn>
                              </p:par>
                            </p:childTnLst>
                          </p:cTn>
                        </p:par>
                        <p:par>
                          <p:cTn id="16" fill="hold">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15"/>
                                        </p:tgtEl>
                                        <p:attrNameLst>
                                          <p:attrName>style.visibility</p:attrName>
                                        </p:attrNameLst>
                                      </p:cBhvr>
                                      <p:to>
                                        <p:strVal val="visible"/>
                                      </p:to>
                                    </p:set>
                                    <p:animEffect transition="in" filter="wipe(left)">
                                      <p:cBhvr>
                                        <p:cTn id="19" dur="500"/>
                                        <p:tgtEl>
                                          <p:spTgt spid="15"/>
                                        </p:tgtEl>
                                      </p:cBhvr>
                                    </p:animEffect>
                                  </p:childTnLst>
                                </p:cTn>
                              </p:par>
                            </p:childTnLst>
                          </p:cTn>
                        </p:par>
                        <p:par>
                          <p:cTn id="20" fill="hold">
                            <p:stCondLst>
                              <p:cond delay="3500"/>
                            </p:stCondLst>
                            <p:childTnLst>
                              <p:par>
                                <p:cTn id="21" presetID="22" presetClass="entr" presetSubtype="8" fill="hold" grpId="0" nodeType="afterEffect">
                                  <p:stCondLst>
                                    <p:cond delay="0"/>
                                  </p:stCondLst>
                                  <p:childTnLst>
                                    <p:set>
                                      <p:cBhvr>
                                        <p:cTn id="22" dur="1" fill="hold">
                                          <p:stCondLst>
                                            <p:cond delay="0"/>
                                          </p:stCondLst>
                                        </p:cTn>
                                        <p:tgtEl>
                                          <p:spTgt spid="17"/>
                                        </p:tgtEl>
                                        <p:attrNameLst>
                                          <p:attrName>style.visibility</p:attrName>
                                        </p:attrNameLst>
                                      </p:cBhvr>
                                      <p:to>
                                        <p:strVal val="visible"/>
                                      </p:to>
                                    </p:set>
                                    <p:animEffect transition="in" filter="wipe(left)">
                                      <p:cBhvr>
                                        <p:cTn id="23" dur="50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P spid="10" grpId="1"/>
      <p:bldP spid="10" grpId="2"/>
      <p:bldP spid="12" grpId="0"/>
      <p:bldP spid="14" grpId="0" bldLvl="0" animBg="1"/>
      <p:bldP spid="15" grpId="0"/>
      <p:bldP spid="17" grpId="0"/>
      <p:bldP spid="15" grpId="1"/>
    </p:bldLst>
  </p:timing>
</p:sld>
</file>

<file path=ppt/slides/slide2.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pic>
        <p:nvPicPr>
          <p:cNvPr id="4" name="图片 3" descr="32639920_1404267152_8tej"/>
          <p:cNvPicPr>
            <a:picLocks noChangeAspect="1"/>
          </p:cNvPicPr>
          <p:nvPr/>
        </p:nvPicPr>
        <p:blipFill>
          <a:blip r:embed="rId2"/>
          <a:stretch>
            <a:fillRect/>
          </a:stretch>
        </p:blipFill>
        <p:spPr>
          <a:xfrm>
            <a:off x="782955" y="511175"/>
            <a:ext cx="2087245" cy="2818130"/>
          </a:xfrm>
          <a:prstGeom prst="rect">
            <a:avLst/>
          </a:prstGeom>
        </p:spPr>
      </p:pic>
      <p:sp>
        <p:nvSpPr>
          <p:cNvPr id="7" name="矩形 6"/>
          <p:cNvSpPr/>
          <p:nvPr/>
        </p:nvSpPr>
        <p:spPr>
          <a:xfrm>
            <a:off x="805815" y="3349625"/>
            <a:ext cx="2880000" cy="36000"/>
          </a:xfrm>
          <a:prstGeom prst="rect">
            <a:avLst/>
          </a:prstGeom>
          <a:ln>
            <a:noFill/>
          </a:ln>
        </p:spPr>
        <p:style>
          <a:lnRef idx="2">
            <a:schemeClr val="accent6"/>
          </a:lnRef>
          <a:fillRef idx="1">
            <a:schemeClr val="lt1"/>
          </a:fillRef>
          <a:effectRef idx="0">
            <a:schemeClr val="accent6"/>
          </a:effectRef>
          <a:fontRef idx="minor">
            <a:schemeClr val="dk1"/>
          </a:fontRef>
        </p:style>
        <p:txBody>
          <a:bodyPr vertOverflow="overflow" horzOverflow="overflow" vert="horz" wrap="square" numCol="1" spcCol="0" rtlCol="0" fromWordArt="0" anchor="ctr" anchorCtr="0" forceAA="0" compatLnSpc="1">
            <a:noAutofit/>
          </a:bodyPr>
          <a:p>
            <a:pPr lvl="0" algn="ctr"/>
            <a:endParaRPr lang="zh-CN" altLang="en-US">
              <a:sym typeface="+mn-ea"/>
            </a:endParaRPr>
          </a:p>
        </p:txBody>
      </p:sp>
      <p:sp>
        <p:nvSpPr>
          <p:cNvPr id="8" name="矩形 7"/>
          <p:cNvSpPr/>
          <p:nvPr/>
        </p:nvSpPr>
        <p:spPr>
          <a:xfrm>
            <a:off x="3641090" y="3362960"/>
            <a:ext cx="36000" cy="245618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vertOverflow="overflow" horzOverflow="overflow" vert="horz" wrap="square" numCol="1" spcCol="0" rtlCol="0" fromWordArt="0" anchor="ctr" anchorCtr="0" forceAA="0" compatLnSpc="1">
            <a:noAutofit/>
          </a:bodyPr>
          <a:p>
            <a:pPr lvl="0" algn="ctr"/>
            <a:endParaRPr lang="zh-CN" altLang="en-US">
              <a:sym typeface="+mn-ea"/>
            </a:endParaRPr>
          </a:p>
        </p:txBody>
      </p:sp>
      <p:sp>
        <p:nvSpPr>
          <p:cNvPr id="10" name="矩形 9"/>
          <p:cNvSpPr/>
          <p:nvPr/>
        </p:nvSpPr>
        <p:spPr>
          <a:xfrm>
            <a:off x="3642360" y="5803265"/>
            <a:ext cx="4515485" cy="36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13" name="文本框 12"/>
          <p:cNvSpPr txBox="1"/>
          <p:nvPr/>
        </p:nvSpPr>
        <p:spPr>
          <a:xfrm>
            <a:off x="3051810" y="1263015"/>
            <a:ext cx="4726940" cy="487680"/>
          </a:xfrm>
          <a:prstGeom prst="rect">
            <a:avLst/>
          </a:prstGeom>
          <a:noFill/>
        </p:spPr>
        <p:txBody>
          <a:bodyPr wrap="square" rtlCol="0">
            <a:spAutoFit/>
          </a:bodyPr>
          <a:p>
            <a:r>
              <a:rPr lang="zh-CN" altLang="en-US" sz="2600">
                <a:solidFill>
                  <a:schemeClr val="bg1"/>
                </a:solidFill>
                <a:latin typeface="黑体" charset="0"/>
                <a:ea typeface="黑体" charset="0"/>
              </a:rPr>
              <a:t>弗里德里克·弗朗索瓦</a:t>
            </a:r>
            <a:r>
              <a:rPr lang="zh-CN" altLang="en-US" sz="2600">
                <a:solidFill>
                  <a:schemeClr val="bg1"/>
                </a:solidFill>
                <a:latin typeface="黑体" charset="0"/>
                <a:ea typeface="黑体" charset="0"/>
                <a:sym typeface="+mn-ea"/>
              </a:rPr>
              <a:t>·</a:t>
            </a:r>
            <a:r>
              <a:rPr lang="zh-CN" altLang="en-US" sz="2600">
                <a:solidFill>
                  <a:schemeClr val="bg1"/>
                </a:solidFill>
                <a:latin typeface="黑体" charset="0"/>
                <a:ea typeface="黑体" charset="0"/>
              </a:rPr>
              <a:t>肖邦</a:t>
            </a:r>
            <a:endParaRPr lang="zh-CN" altLang="en-US" sz="2600">
              <a:solidFill>
                <a:schemeClr val="bg1"/>
              </a:solidFill>
              <a:latin typeface="黑体" charset="0"/>
              <a:ea typeface="黑体" charset="0"/>
            </a:endParaRPr>
          </a:p>
        </p:txBody>
      </p:sp>
      <p:sp>
        <p:nvSpPr>
          <p:cNvPr id="5" name="文本框 4"/>
          <p:cNvSpPr txBox="1"/>
          <p:nvPr/>
        </p:nvSpPr>
        <p:spPr>
          <a:xfrm>
            <a:off x="3211195" y="1732915"/>
            <a:ext cx="3066415" cy="703580"/>
          </a:xfrm>
          <a:prstGeom prst="rect">
            <a:avLst/>
          </a:prstGeom>
          <a:noFill/>
        </p:spPr>
        <p:txBody>
          <a:bodyPr wrap="square" rtlCol="0">
            <a:spAutoFit/>
          </a:bodyPr>
          <a:p>
            <a:r>
              <a:rPr lang="en-US" altLang="zh-CN" sz="2000">
                <a:ln>
                  <a:noFill/>
                </a:ln>
                <a:solidFill>
                  <a:schemeClr val="bg1"/>
                </a:solidFill>
              </a:rPr>
              <a:t>Fryderyk Franciszek  Chopin</a:t>
            </a:r>
            <a:r>
              <a:rPr lang="zh-CN" altLang="en-US" sz="2000">
                <a:ln>
                  <a:noFill/>
                </a:ln>
                <a:solidFill>
                  <a:schemeClr val="bg1"/>
                </a:solidFill>
              </a:rPr>
              <a:t>（</a:t>
            </a:r>
            <a:r>
              <a:rPr lang="en-US" altLang="zh-CN" sz="2000">
                <a:ln>
                  <a:noFill/>
                </a:ln>
                <a:solidFill>
                  <a:schemeClr val="bg1"/>
                </a:solidFill>
              </a:rPr>
              <a:t>1810-1849</a:t>
            </a:r>
            <a:r>
              <a:rPr lang="zh-CN" altLang="en-US" sz="2000">
                <a:ln>
                  <a:noFill/>
                </a:ln>
                <a:solidFill>
                  <a:schemeClr val="bg1"/>
                </a:solidFill>
              </a:rPr>
              <a:t>）</a:t>
            </a:r>
            <a:endParaRPr lang="zh-CN" altLang="en-US" sz="2000">
              <a:ln>
                <a:noFill/>
              </a:ln>
              <a:solidFill>
                <a:schemeClr val="bg1"/>
              </a:solidFill>
            </a:endParaRPr>
          </a:p>
        </p:txBody>
      </p:sp>
      <p:sp>
        <p:nvSpPr>
          <p:cNvPr id="9" name="文本框 8"/>
          <p:cNvSpPr txBox="1"/>
          <p:nvPr/>
        </p:nvSpPr>
        <p:spPr>
          <a:xfrm>
            <a:off x="3895090" y="3067050"/>
            <a:ext cx="3642360" cy="2834640"/>
          </a:xfrm>
          <a:prstGeom prst="rect">
            <a:avLst/>
          </a:prstGeom>
          <a:noFill/>
        </p:spPr>
        <p:txBody>
          <a:bodyPr wrap="square" rtlCol="0">
            <a:spAutoFit/>
          </a:bodyPr>
          <a:p>
            <a:r>
              <a:rPr lang="zh-CN" altLang="en-US">
                <a:ln>
                  <a:noFill/>
                </a:ln>
                <a:solidFill>
                  <a:schemeClr val="bg1"/>
                </a:solidFill>
              </a:rPr>
              <a:t>肖邦一生虽然短暂，但却创作了许多作品：</a:t>
            </a:r>
            <a:r>
              <a:rPr lang="en-US" altLang="zh-CN">
                <a:ln>
                  <a:noFill/>
                </a:ln>
                <a:solidFill>
                  <a:schemeClr val="bg1"/>
                </a:solidFill>
              </a:rPr>
              <a:t>钢琴协奏曲2首</a:t>
            </a:r>
            <a:r>
              <a:rPr lang="zh-CN" altLang="en-US">
                <a:ln>
                  <a:noFill/>
                </a:ln>
                <a:solidFill>
                  <a:schemeClr val="bg1"/>
                </a:solidFill>
              </a:rPr>
              <a:t>，</a:t>
            </a:r>
            <a:r>
              <a:rPr lang="en-US" altLang="zh-CN">
                <a:ln>
                  <a:noFill/>
                </a:ln>
                <a:solidFill>
                  <a:schemeClr val="bg1"/>
                </a:solidFill>
              </a:rPr>
              <a:t>钢琴奏鸣曲3首</a:t>
            </a:r>
            <a:r>
              <a:rPr lang="zh-CN" altLang="en-US">
                <a:ln>
                  <a:noFill/>
                </a:ln>
                <a:solidFill>
                  <a:schemeClr val="bg1"/>
                </a:solidFill>
              </a:rPr>
              <a:t>，</a:t>
            </a:r>
            <a:r>
              <a:rPr lang="en-US" altLang="zh-CN">
                <a:ln>
                  <a:noFill/>
                </a:ln>
                <a:solidFill>
                  <a:schemeClr val="bg1"/>
                </a:solidFill>
              </a:rPr>
              <a:t>叙事曲4首</a:t>
            </a:r>
            <a:r>
              <a:rPr lang="zh-CN" altLang="en-US">
                <a:ln>
                  <a:noFill/>
                </a:ln>
                <a:solidFill>
                  <a:schemeClr val="bg1"/>
                </a:solidFill>
              </a:rPr>
              <a:t>，</a:t>
            </a:r>
            <a:r>
              <a:rPr lang="en-US" altLang="zh-CN">
                <a:ln>
                  <a:noFill/>
                </a:ln>
                <a:solidFill>
                  <a:schemeClr val="bg1"/>
                </a:solidFill>
              </a:rPr>
              <a:t>谐谑曲4首</a:t>
            </a:r>
            <a:r>
              <a:rPr lang="zh-CN" altLang="en-US">
                <a:ln>
                  <a:noFill/>
                </a:ln>
                <a:solidFill>
                  <a:schemeClr val="bg1"/>
                </a:solidFill>
              </a:rPr>
              <a:t>，</a:t>
            </a:r>
            <a:r>
              <a:rPr lang="en-US" altLang="zh-CN">
                <a:ln>
                  <a:noFill/>
                </a:ln>
                <a:solidFill>
                  <a:schemeClr val="bg1"/>
                </a:solidFill>
              </a:rPr>
              <a:t>练习曲27首</a:t>
            </a:r>
            <a:r>
              <a:rPr lang="zh-CN" altLang="en-US">
                <a:ln>
                  <a:noFill/>
                </a:ln>
                <a:solidFill>
                  <a:schemeClr val="bg1"/>
                </a:solidFill>
              </a:rPr>
              <a:t>，</a:t>
            </a:r>
            <a:r>
              <a:rPr lang="en-US" altLang="zh-CN">
                <a:ln>
                  <a:noFill/>
                </a:ln>
                <a:solidFill>
                  <a:schemeClr val="bg1"/>
                </a:solidFill>
              </a:rPr>
              <a:t>波罗乃兹舞曲16首</a:t>
            </a:r>
            <a:r>
              <a:rPr lang="zh-CN" altLang="en-US">
                <a:ln>
                  <a:noFill/>
                </a:ln>
                <a:solidFill>
                  <a:schemeClr val="bg1"/>
                </a:solidFill>
              </a:rPr>
              <a:t>，</a:t>
            </a:r>
            <a:r>
              <a:rPr lang="en-US" altLang="zh-CN">
                <a:ln>
                  <a:noFill/>
                </a:ln>
                <a:solidFill>
                  <a:schemeClr val="bg1"/>
                </a:solidFill>
              </a:rPr>
              <a:t>圆舞曲17首、夜曲21首</a:t>
            </a:r>
            <a:r>
              <a:rPr lang="zh-CN" altLang="en-US">
                <a:ln>
                  <a:noFill/>
                </a:ln>
                <a:solidFill>
                  <a:schemeClr val="bg1"/>
                </a:solidFill>
              </a:rPr>
              <a:t>，</a:t>
            </a:r>
            <a:r>
              <a:rPr lang="en-US" altLang="zh-CN">
                <a:ln>
                  <a:noFill/>
                </a:ln>
                <a:solidFill>
                  <a:schemeClr val="bg1"/>
                </a:solidFill>
              </a:rPr>
              <a:t>即兴曲4首</a:t>
            </a:r>
            <a:r>
              <a:rPr lang="zh-CN" altLang="en-US">
                <a:ln>
                  <a:noFill/>
                </a:ln>
                <a:solidFill>
                  <a:schemeClr val="bg1"/>
                </a:solidFill>
              </a:rPr>
              <a:t>，</a:t>
            </a:r>
            <a:r>
              <a:rPr lang="en-US" altLang="zh-CN">
                <a:ln>
                  <a:noFill/>
                </a:ln>
                <a:solidFill>
                  <a:schemeClr val="bg1"/>
                </a:solidFill>
              </a:rPr>
              <a:t>埃科塞兹舞曲3首</a:t>
            </a:r>
            <a:r>
              <a:rPr lang="zh-CN" altLang="en-US">
                <a:ln>
                  <a:noFill/>
                </a:ln>
                <a:solidFill>
                  <a:schemeClr val="bg1"/>
                </a:solidFill>
              </a:rPr>
              <a:t>，</a:t>
            </a:r>
            <a:r>
              <a:rPr lang="en-US" altLang="zh-CN">
                <a:ln>
                  <a:noFill/>
                </a:ln>
                <a:solidFill>
                  <a:schemeClr val="bg1"/>
                </a:solidFill>
              </a:rPr>
              <a:t>歌曲17首；此外还有波莱罗舞曲、船歌、摇篮曲、幻想曲、回旋曲、变奏曲 </a:t>
            </a:r>
            <a:endParaRPr lang="en-US" altLang="zh-CN">
              <a:ln>
                <a:noFill/>
              </a:ln>
              <a:solidFill>
                <a:schemeClr val="bg1"/>
              </a:solidFill>
            </a:endParaRPr>
          </a:p>
          <a:p>
            <a:r>
              <a:rPr lang="zh-CN" altLang="en-US">
                <a:ln>
                  <a:noFill/>
                </a:ln>
                <a:solidFill>
                  <a:schemeClr val="bg1"/>
                </a:solidFill>
              </a:rPr>
              <a:t>共计两百多首</a:t>
            </a:r>
            <a:endParaRPr lang="zh-CN" altLang="en-US">
              <a:ln>
                <a:noFill/>
              </a:ln>
              <a:solidFill>
                <a:schemeClr val="bg1"/>
              </a:solidFill>
            </a:endParaRPr>
          </a:p>
          <a:p>
            <a:r>
              <a:rPr lang="en-US" altLang="zh-CN">
                <a:ln>
                  <a:noFill/>
                </a:ln>
                <a:solidFill>
                  <a:schemeClr val="bg1"/>
                </a:solidFill>
              </a:rPr>
              <a:t> </a:t>
            </a:r>
            <a:endParaRPr lang="en-US" altLang="zh-CN">
              <a:ln>
                <a:noFill/>
              </a:ln>
              <a:solidFill>
                <a:schemeClr val="bg1"/>
              </a:solidFill>
            </a:endParaRPr>
          </a:p>
        </p:txBody>
      </p:sp>
    </p:spTree>
  </p:cSld>
  <p:clrMapOvr>
    <a:masterClrMapping/>
  </p:clrMapOvr>
  <mc:AlternateContent xmlns:mc="http://schemas.openxmlformats.org/markup-compatibility/2006">
    <mc:Choice xmlns:p14="http://schemas.microsoft.com/office/powerpoint/2010/main" Requires="p14">
      <p:transition p14:dur="750">
        <p:fade/>
      </p:transition>
    </mc:Choice>
    <mc:Fallback>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100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1000"/>
                                        <p:tgtEl>
                                          <p:spTgt spid="4"/>
                                        </p:tgtEl>
                                      </p:cBhvr>
                                    </p:animEffect>
                                  </p:childTnLst>
                                </p:cTn>
                              </p:par>
                            </p:childTnLst>
                          </p:cTn>
                        </p:par>
                        <p:par>
                          <p:cTn id="8" fill="hold">
                            <p:stCondLst>
                              <p:cond delay="200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500"/>
                                        <p:tgtEl>
                                          <p:spTgt spid="7"/>
                                        </p:tgtEl>
                                      </p:cBhvr>
                                    </p:animEffect>
                                  </p:childTnLst>
                                </p:cTn>
                              </p:par>
                            </p:childTnLst>
                          </p:cTn>
                        </p:par>
                        <p:par>
                          <p:cTn id="12" fill="hold">
                            <p:stCondLst>
                              <p:cond delay="2500"/>
                            </p:stCondLst>
                            <p:childTnLst>
                              <p:par>
                                <p:cTn id="13" presetID="22" presetClass="entr" presetSubtype="1" fill="hold" grpId="0" nodeType="after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wipe(up)">
                                      <p:cBhvr>
                                        <p:cTn id="15" dur="500"/>
                                        <p:tgtEl>
                                          <p:spTgt spid="8"/>
                                        </p:tgtEl>
                                      </p:cBhvr>
                                    </p:animEffect>
                                  </p:childTnLst>
                                </p:cTn>
                              </p:par>
                            </p:childTnLst>
                          </p:cTn>
                        </p:par>
                        <p:par>
                          <p:cTn id="16" fill="hold">
                            <p:stCondLst>
                              <p:cond delay="3000"/>
                            </p:stCondLst>
                            <p:childTnLst>
                              <p:par>
                                <p:cTn id="17" presetID="22" presetClass="entr" presetSubtype="8" fill="hold" grpId="0" nodeType="after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14" nodeType="clickEffect">
                                  <p:stCondLst>
                                    <p:cond delay="0"/>
                                  </p:stCondLst>
                                  <p:childTnLst>
                                    <p:set>
                                      <p:cBhvr>
                                        <p:cTn id="23" dur="1" fill="hold">
                                          <p:stCondLst>
                                            <p:cond delay="0"/>
                                          </p:stCondLst>
                                        </p:cTn>
                                        <p:tgtEl>
                                          <p:spTgt spid="13"/>
                                        </p:tgtEl>
                                        <p:attrNameLst>
                                          <p:attrName>style.visibility</p:attrName>
                                        </p:attrNameLst>
                                      </p:cBhvr>
                                      <p:to>
                                        <p:strVal val="visible"/>
                                      </p:to>
                                    </p:set>
                                    <p:animEffect transition="in" filter="fade">
                                      <p:cBhvr>
                                        <p:cTn id="24" dur="1000"/>
                                        <p:tgtEl>
                                          <p:spTgt spid="13"/>
                                        </p:tgtEl>
                                      </p:cBhvr>
                                    </p:animEffect>
                                  </p:childTnLst>
                                </p:cTn>
                              </p:par>
                            </p:childTnLst>
                          </p:cTn>
                        </p:par>
                        <p:par>
                          <p:cTn id="25" fill="hold">
                            <p:stCondLst>
                              <p:cond delay="1000"/>
                            </p:stCondLst>
                            <p:childTnLst>
                              <p:par>
                                <p:cTn id="26" presetID="22" presetClass="entr" presetSubtype="8" fill="hold" nodeType="afterEffect">
                                  <p:stCondLst>
                                    <p:cond delay="0"/>
                                  </p:stCondLst>
                                  <p:childTnLst>
                                    <p:set>
                                      <p:cBhvr>
                                        <p:cTn id="27" dur="1" fill="hold">
                                          <p:stCondLst>
                                            <p:cond delay="0"/>
                                          </p:stCondLst>
                                        </p:cTn>
                                        <p:tgtEl>
                                          <p:spTgt spid="5">
                                            <p:txEl>
                                              <p:pRg st="0" end="0"/>
                                            </p:txEl>
                                          </p:spTgt>
                                        </p:tgtEl>
                                        <p:attrNameLst>
                                          <p:attrName>style.visibility</p:attrName>
                                        </p:attrNameLst>
                                      </p:cBhvr>
                                      <p:to>
                                        <p:strVal val="visible"/>
                                      </p:to>
                                    </p:set>
                                    <p:animEffect transition="in" filter="wipe(left)">
                                      <p:cBhvr>
                                        <p:cTn id="28" dur="500"/>
                                        <p:tgtEl>
                                          <p:spTgt spid="5">
                                            <p:txEl>
                                              <p:pRg st="0" end="0"/>
                                            </p:txEl>
                                          </p:spTgt>
                                        </p:tgtEl>
                                      </p:cBhvr>
                                    </p:animEffect>
                                  </p:childTnLst>
                                </p:cTn>
                              </p:par>
                            </p:childTnLst>
                          </p:cTn>
                        </p:par>
                      </p:childTnLst>
                    </p:cTn>
                  </p:par>
                  <p:par>
                    <p:cTn id="29" fill="hold">
                      <p:stCondLst>
                        <p:cond delay="indefinite"/>
                      </p:stCondLst>
                      <p:childTnLst>
                        <p:par>
                          <p:cTn id="30" fill="hold">
                            <p:stCondLst>
                              <p:cond delay="0"/>
                            </p:stCondLst>
                            <p:childTnLst>
                              <p:par>
                                <p:cTn id="31" presetID="22" presetClass="entr" presetSubtype="1"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animEffect transition="in" filter="wipe(up)">
                                      <p:cBhvr>
                                        <p:cTn id="33"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10" grpId="0" bldLvl="0" animBg="1"/>
      <p:bldP spid="13" grpId="2"/>
      <p:bldP spid="13" grpId="3"/>
      <p:bldP spid="13" grpId="4"/>
      <p:bldP spid="13" grpId="5"/>
      <p:bldP spid="13" grpId="6"/>
      <p:bldP spid="13" grpId="7"/>
      <p:bldP spid="13" grpId="8"/>
      <p:bldP spid="13" grpId="9"/>
      <p:bldP spid="13" grpId="10"/>
      <p:bldP spid="13" grpId="11"/>
      <p:bldP spid="13" grpId="12"/>
      <p:bldP spid="13" grpId="13"/>
      <p:bldP spid="13" grpId="14"/>
      <p:bldP spid="9" grpId="0"/>
    </p:bldLst>
  </p:timing>
</p:sld>
</file>

<file path=ppt/slides/slide3.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sp>
        <p:nvSpPr>
          <p:cNvPr id="4" name="矩形 3"/>
          <p:cNvSpPr/>
          <p:nvPr/>
        </p:nvSpPr>
        <p:spPr>
          <a:xfrm>
            <a:off x="806450" y="440690"/>
            <a:ext cx="1627505" cy="388620"/>
          </a:xfrm>
          <a:prstGeom prst="rect">
            <a:avLst/>
          </a:prstGeom>
        </p:spPr>
        <p:style>
          <a:lnRef idx="2">
            <a:schemeClr val="accent6"/>
          </a:lnRef>
          <a:fillRef idx="1">
            <a:schemeClr val="lt1"/>
          </a:fillRef>
          <a:effectRef idx="0">
            <a:schemeClr val="accent6"/>
          </a:effectRef>
          <a:fontRef idx="minor">
            <a:schemeClr val="dk1"/>
          </a:fontRef>
        </p:style>
        <p:txBody>
          <a:bodyPr rtlCol="0" anchor="ctr"/>
          <a:p>
            <a:pPr algn="ctr"/>
            <a:endParaRPr lang="zh-CN" altLang="en-US"/>
          </a:p>
        </p:txBody>
      </p:sp>
      <p:sp>
        <p:nvSpPr>
          <p:cNvPr id="5" name="矩形 4"/>
          <p:cNvSpPr/>
          <p:nvPr/>
        </p:nvSpPr>
        <p:spPr>
          <a:xfrm>
            <a:off x="858520" y="902335"/>
            <a:ext cx="75565" cy="558736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
        <p:nvSpPr>
          <p:cNvPr id="6" name="文本框 5"/>
          <p:cNvSpPr txBox="1"/>
          <p:nvPr/>
        </p:nvSpPr>
        <p:spPr>
          <a:xfrm>
            <a:off x="2444750" y="346075"/>
            <a:ext cx="3234690" cy="579120"/>
          </a:xfrm>
          <a:prstGeom prst="rect">
            <a:avLst/>
          </a:prstGeom>
          <a:noFill/>
        </p:spPr>
        <p:txBody>
          <a:bodyPr wrap="square" rtlCol="0">
            <a:spAutoFit/>
          </a:bodyPr>
          <a:p>
            <a:r>
              <a:rPr lang="zh-CN" altLang="en-US" sz="3200">
                <a:solidFill>
                  <a:schemeClr val="bg1"/>
                </a:solidFill>
                <a:latin typeface="黑体" charset="0"/>
                <a:ea typeface="黑体" charset="0"/>
              </a:rPr>
              <a:t>肖邦生平</a:t>
            </a:r>
            <a:endParaRPr lang="zh-CN" altLang="en-US" sz="3200">
              <a:solidFill>
                <a:schemeClr val="bg1"/>
              </a:solidFill>
              <a:latin typeface="黑体" charset="0"/>
              <a:ea typeface="黑体" charset="0"/>
            </a:endParaRPr>
          </a:p>
        </p:txBody>
      </p:sp>
      <p:sp>
        <p:nvSpPr>
          <p:cNvPr id="9" name="文本框 8"/>
          <p:cNvSpPr txBox="1"/>
          <p:nvPr/>
        </p:nvSpPr>
        <p:spPr>
          <a:xfrm>
            <a:off x="1165225" y="902970"/>
            <a:ext cx="6583045" cy="5577840"/>
          </a:xfrm>
          <a:prstGeom prst="rect">
            <a:avLst/>
          </a:prstGeom>
          <a:noFill/>
        </p:spPr>
        <p:txBody>
          <a:bodyPr wrap="square" rtlCol="0">
            <a:spAutoFit/>
          </a:bodyPr>
          <a:p>
            <a:r>
              <a:rPr lang="en-US" altLang="zh-CN">
                <a:solidFill>
                  <a:schemeClr val="bg1"/>
                </a:solidFill>
                <a:latin typeface="黑体" charset="0"/>
                <a:ea typeface="黑体" charset="0"/>
              </a:rPr>
              <a:t>1810年，肖邦生于波兰首都华沙近郊热亚佐瓦沃拉</a:t>
            </a:r>
            <a:endParaRPr lang="en-US" altLang="zh-CN">
              <a:solidFill>
                <a:schemeClr val="bg1"/>
              </a:solidFill>
              <a:latin typeface="黑体" charset="0"/>
              <a:ea typeface="黑体" charset="0"/>
            </a:endParaRPr>
          </a:p>
          <a:p>
            <a:endParaRPr lang="en-US" altLang="zh-CN">
              <a:solidFill>
                <a:schemeClr val="bg1"/>
              </a:solidFill>
              <a:latin typeface="黑体" charset="0"/>
              <a:ea typeface="黑体" charset="0"/>
            </a:endParaRPr>
          </a:p>
          <a:p>
            <a:r>
              <a:rPr lang="en-US" altLang="zh-CN">
                <a:solidFill>
                  <a:schemeClr val="bg1"/>
                </a:solidFill>
                <a:latin typeface="黑体" charset="0"/>
                <a:ea typeface="黑体" charset="0"/>
              </a:rPr>
              <a:t>1816年，肖邦跟随著名的钢琴教师Wojciech先生学习钢琴。</a:t>
            </a:r>
            <a:endParaRPr lang="en-US" altLang="zh-CN">
              <a:solidFill>
                <a:schemeClr val="bg1"/>
              </a:solidFill>
              <a:latin typeface="黑体" charset="0"/>
              <a:ea typeface="黑体" charset="0"/>
            </a:endParaRPr>
          </a:p>
          <a:p>
            <a:endParaRPr lang="en-US" altLang="zh-CN">
              <a:solidFill>
                <a:schemeClr val="bg1"/>
              </a:solidFill>
              <a:latin typeface="黑体" charset="0"/>
              <a:ea typeface="黑体" charset="0"/>
            </a:endParaRPr>
          </a:p>
          <a:p>
            <a:r>
              <a:rPr lang="en-US" altLang="zh-CN">
                <a:solidFill>
                  <a:schemeClr val="bg1"/>
                </a:solidFill>
                <a:latin typeface="黑体" charset="0"/>
                <a:ea typeface="黑体" charset="0"/>
              </a:rPr>
              <a:t>1817年，肖邦创作出第一首作品B大调和g小调波兰舞曲。</a:t>
            </a:r>
            <a:endParaRPr lang="en-US" altLang="zh-CN">
              <a:solidFill>
                <a:schemeClr val="bg1"/>
              </a:solidFill>
              <a:latin typeface="黑体" charset="0"/>
              <a:ea typeface="黑体" charset="0"/>
            </a:endParaRPr>
          </a:p>
          <a:p>
            <a:endParaRPr lang="en-US" altLang="zh-CN">
              <a:solidFill>
                <a:schemeClr val="bg1"/>
              </a:solidFill>
              <a:latin typeface="黑体" charset="0"/>
              <a:ea typeface="黑体" charset="0"/>
            </a:endParaRPr>
          </a:p>
          <a:p>
            <a:r>
              <a:rPr lang="en-US" altLang="zh-CN">
                <a:solidFill>
                  <a:schemeClr val="bg1"/>
                </a:solidFill>
                <a:latin typeface="黑体" charset="0"/>
                <a:ea typeface="黑体" charset="0"/>
              </a:rPr>
              <a:t>1818年，Radziwi家庭宫殿中举行的慈善音乐会上，肖邦第一次</a:t>
            </a:r>
            <a:endParaRPr lang="en-US" altLang="zh-CN">
              <a:solidFill>
                <a:schemeClr val="bg1"/>
              </a:solidFill>
              <a:latin typeface="黑体" charset="0"/>
              <a:ea typeface="黑体" charset="0"/>
            </a:endParaRPr>
          </a:p>
          <a:p>
            <a:r>
              <a:rPr lang="en-US" altLang="zh-CN">
                <a:solidFill>
                  <a:schemeClr val="bg1"/>
                </a:solidFill>
                <a:latin typeface="黑体" charset="0"/>
                <a:ea typeface="黑体" charset="0"/>
              </a:rPr>
              <a:t>   登台，演奏了阿达尔伯特·吉罗维（Adalbert Gyrowetz）的作品</a:t>
            </a:r>
            <a:endParaRPr lang="en-US" altLang="zh-CN">
              <a:solidFill>
                <a:schemeClr val="bg1"/>
              </a:solidFill>
              <a:latin typeface="黑体" charset="0"/>
              <a:ea typeface="黑体" charset="0"/>
            </a:endParaRPr>
          </a:p>
          <a:p>
            <a:endParaRPr lang="en-US" altLang="zh-CN">
              <a:solidFill>
                <a:schemeClr val="bg1"/>
              </a:solidFill>
              <a:latin typeface="黑体" charset="0"/>
              <a:ea typeface="黑体" charset="0"/>
            </a:endParaRPr>
          </a:p>
          <a:p>
            <a:r>
              <a:rPr lang="en-US" altLang="zh-CN">
                <a:solidFill>
                  <a:schemeClr val="bg1"/>
                </a:solidFill>
                <a:latin typeface="黑体" charset="0"/>
                <a:ea typeface="黑体" charset="0"/>
              </a:rPr>
              <a:t>1829年后，肖邦以作曲家和钢琴家的身份在欧洲巡演，举行多</a:t>
            </a:r>
            <a:endParaRPr lang="en-US" altLang="zh-CN">
              <a:solidFill>
                <a:schemeClr val="bg1"/>
              </a:solidFill>
              <a:latin typeface="黑体" charset="0"/>
              <a:ea typeface="黑体" charset="0"/>
            </a:endParaRPr>
          </a:p>
          <a:p>
            <a:r>
              <a:rPr lang="en-US" altLang="zh-CN">
                <a:solidFill>
                  <a:schemeClr val="bg1"/>
                </a:solidFill>
                <a:latin typeface="黑体" charset="0"/>
                <a:ea typeface="黑体" charset="0"/>
              </a:rPr>
              <a:t>   场音乐会。</a:t>
            </a:r>
            <a:endParaRPr lang="en-US" altLang="zh-CN">
              <a:solidFill>
                <a:schemeClr val="bg1"/>
              </a:solidFill>
              <a:latin typeface="黑体" charset="0"/>
              <a:ea typeface="黑体" charset="0"/>
            </a:endParaRPr>
          </a:p>
          <a:p>
            <a:endParaRPr lang="en-US" altLang="zh-CN">
              <a:solidFill>
                <a:schemeClr val="bg1"/>
              </a:solidFill>
              <a:latin typeface="黑体" charset="0"/>
              <a:ea typeface="黑体" charset="0"/>
            </a:endParaRPr>
          </a:p>
          <a:p>
            <a:r>
              <a:rPr lang="en-US" altLang="zh-CN">
                <a:solidFill>
                  <a:schemeClr val="bg1"/>
                </a:solidFill>
                <a:latin typeface="黑体" charset="0"/>
                <a:ea typeface="黑体" charset="0"/>
              </a:rPr>
              <a:t>1830年，因波兰起义，肖邦离开故乡波兰移居到法国巴黎，开</a:t>
            </a:r>
            <a:endParaRPr lang="en-US" altLang="zh-CN">
              <a:solidFill>
                <a:schemeClr val="bg1"/>
              </a:solidFill>
              <a:latin typeface="黑体" charset="0"/>
              <a:ea typeface="黑体" charset="0"/>
            </a:endParaRPr>
          </a:p>
          <a:p>
            <a:r>
              <a:rPr lang="en-US" altLang="zh-CN">
                <a:solidFill>
                  <a:schemeClr val="bg1"/>
                </a:solidFill>
                <a:latin typeface="黑体" charset="0"/>
                <a:ea typeface="黑体" charset="0"/>
              </a:rPr>
              <a:t>   始以演奏、教学、作曲为生。</a:t>
            </a:r>
            <a:endParaRPr lang="en-US" altLang="zh-CN">
              <a:solidFill>
                <a:schemeClr val="bg1"/>
              </a:solidFill>
              <a:latin typeface="黑体" charset="0"/>
              <a:ea typeface="黑体" charset="0"/>
            </a:endParaRPr>
          </a:p>
          <a:p>
            <a:endParaRPr lang="en-US" altLang="zh-CN">
              <a:solidFill>
                <a:schemeClr val="bg1"/>
              </a:solidFill>
              <a:latin typeface="黑体" charset="0"/>
              <a:ea typeface="黑体" charset="0"/>
            </a:endParaRPr>
          </a:p>
          <a:p>
            <a:r>
              <a:rPr lang="en-US" altLang="zh-CN">
                <a:solidFill>
                  <a:schemeClr val="bg1"/>
                </a:solidFill>
                <a:latin typeface="黑体" charset="0"/>
                <a:ea typeface="黑体" charset="0"/>
              </a:rPr>
              <a:t>1848年，肖邦在巴黎举办他的最后一次音乐会，并受邀访问英</a:t>
            </a:r>
            <a:endParaRPr lang="en-US" altLang="zh-CN">
              <a:solidFill>
                <a:schemeClr val="bg1"/>
              </a:solidFill>
              <a:latin typeface="黑体" charset="0"/>
              <a:ea typeface="黑体" charset="0"/>
            </a:endParaRPr>
          </a:p>
          <a:p>
            <a:r>
              <a:rPr lang="en-US" altLang="zh-CN">
                <a:solidFill>
                  <a:schemeClr val="bg1"/>
                </a:solidFill>
                <a:latin typeface="黑体" charset="0"/>
                <a:ea typeface="黑体" charset="0"/>
              </a:rPr>
              <a:t>   格兰和苏格兰。</a:t>
            </a:r>
            <a:endParaRPr lang="en-US" altLang="zh-CN">
              <a:solidFill>
                <a:schemeClr val="bg1"/>
              </a:solidFill>
              <a:latin typeface="黑体" charset="0"/>
              <a:ea typeface="黑体" charset="0"/>
            </a:endParaRPr>
          </a:p>
          <a:p>
            <a:endParaRPr lang="en-US" altLang="zh-CN">
              <a:solidFill>
                <a:schemeClr val="bg1"/>
              </a:solidFill>
              <a:latin typeface="黑体" charset="0"/>
              <a:ea typeface="黑体" charset="0"/>
            </a:endParaRPr>
          </a:p>
          <a:p>
            <a:r>
              <a:rPr lang="en-US" altLang="zh-CN">
                <a:solidFill>
                  <a:schemeClr val="bg1"/>
                </a:solidFill>
                <a:latin typeface="黑体" charset="0"/>
                <a:ea typeface="黑体" charset="0"/>
              </a:rPr>
              <a:t>1849年10月17日，肖邦因肺结核于巴黎的家中去世。 </a:t>
            </a:r>
            <a:endParaRPr lang="en-US" altLang="zh-CN">
              <a:solidFill>
                <a:schemeClr val="bg1"/>
              </a:solidFill>
              <a:latin typeface="黑体" charset="0"/>
              <a:ea typeface="黑体" charset="0"/>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6"/>
                                        </p:tgtEl>
                                        <p:attrNameLst>
                                          <p:attrName>style.visibility</p:attrName>
                                        </p:attrNameLst>
                                      </p:cBhvr>
                                      <p:to>
                                        <p:strVal val="visible"/>
                                      </p:to>
                                    </p:set>
                                    <p:animEffect transition="in" filter="wipe(left)">
                                      <p:cBhvr>
                                        <p:cTn id="11" dur="500"/>
                                        <p:tgtEl>
                                          <p:spTgt spid="6"/>
                                        </p:tgtEl>
                                      </p:cBhvr>
                                    </p:animEffect>
                                  </p:childTnLst>
                                </p:cTn>
                              </p:par>
                            </p:childTnLst>
                          </p:cTn>
                        </p:par>
                        <p:par>
                          <p:cTn id="12" fill="hold">
                            <p:stCondLst>
                              <p:cond delay="1000"/>
                            </p:stCondLst>
                            <p:childTnLst>
                              <p:par>
                                <p:cTn id="13" presetID="22" presetClass="entr" presetSubtype="1" fill="hold" grpId="0" nodeType="after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wipe(up)">
                                      <p:cBhvr>
                                        <p:cTn id="15" dur="1000"/>
                                        <p:tgtEl>
                                          <p:spTgt spid="5"/>
                                        </p:tgtEl>
                                      </p:cBhvr>
                                    </p:animEffect>
                                  </p:childTnLst>
                                </p:cTn>
                              </p:par>
                            </p:childTnLst>
                          </p:cTn>
                        </p:par>
                        <p:par>
                          <p:cTn id="16" fill="hold">
                            <p:stCondLst>
                              <p:cond delay="2000"/>
                            </p:stCondLst>
                            <p:childTnLst>
                              <p:par>
                                <p:cTn id="17" presetID="22" presetClass="entr" presetSubtype="8" fill="hold" nodeType="afterEffect">
                                  <p:stCondLst>
                                    <p:cond delay="0"/>
                                  </p:stCondLst>
                                  <p:childTnLst>
                                    <p:set>
                                      <p:cBhvr>
                                        <p:cTn id="18" dur="1" fill="hold">
                                          <p:stCondLst>
                                            <p:cond delay="0"/>
                                          </p:stCondLst>
                                        </p:cTn>
                                        <p:tgtEl>
                                          <p:spTgt spid="9">
                                            <p:txEl>
                                              <p:pRg st="0" end="0"/>
                                            </p:txEl>
                                          </p:spTgt>
                                        </p:tgtEl>
                                        <p:attrNameLst>
                                          <p:attrName>style.visibility</p:attrName>
                                        </p:attrNameLst>
                                      </p:cBhvr>
                                      <p:to>
                                        <p:strVal val="visible"/>
                                      </p:to>
                                    </p:set>
                                    <p:animEffect transition="in" filter="wipe(left)">
                                      <p:cBhvr>
                                        <p:cTn id="19" dur="500"/>
                                        <p:tgtEl>
                                          <p:spTgt spid="9">
                                            <p:txEl>
                                              <p:pRg st="0" end="0"/>
                                            </p:txEl>
                                          </p:spTgt>
                                        </p:tgtEl>
                                      </p:cBhvr>
                                    </p:animEffect>
                                  </p:childTnLst>
                                </p:cTn>
                              </p:par>
                            </p:childTnLst>
                          </p:cTn>
                        </p:par>
                        <p:par>
                          <p:cTn id="20" fill="hold">
                            <p:stCondLst>
                              <p:cond delay="2500"/>
                            </p:stCondLst>
                            <p:childTnLst>
                              <p:par>
                                <p:cTn id="21" presetID="22" presetClass="entr" presetSubtype="8" fill="hold" nodeType="afterEffect">
                                  <p:stCondLst>
                                    <p:cond delay="0"/>
                                  </p:stCondLst>
                                  <p:childTnLst>
                                    <p:set>
                                      <p:cBhvr>
                                        <p:cTn id="22" dur="1" fill="hold">
                                          <p:stCondLst>
                                            <p:cond delay="0"/>
                                          </p:stCondLst>
                                        </p:cTn>
                                        <p:tgtEl>
                                          <p:spTgt spid="9">
                                            <p:txEl>
                                              <p:pRg st="2" end="2"/>
                                            </p:txEl>
                                          </p:spTgt>
                                        </p:tgtEl>
                                        <p:attrNameLst>
                                          <p:attrName>style.visibility</p:attrName>
                                        </p:attrNameLst>
                                      </p:cBhvr>
                                      <p:to>
                                        <p:strVal val="visible"/>
                                      </p:to>
                                    </p:set>
                                    <p:animEffect transition="in" filter="wipe(left)">
                                      <p:cBhvr>
                                        <p:cTn id="23" dur="500"/>
                                        <p:tgtEl>
                                          <p:spTgt spid="9">
                                            <p:txEl>
                                              <p:pRg st="2" end="2"/>
                                            </p:txEl>
                                          </p:spTgt>
                                        </p:tgtEl>
                                      </p:cBhvr>
                                    </p:animEffect>
                                  </p:childTnLst>
                                </p:cTn>
                              </p:par>
                            </p:childTnLst>
                          </p:cTn>
                        </p:par>
                        <p:par>
                          <p:cTn id="24" fill="hold">
                            <p:stCondLst>
                              <p:cond delay="3000"/>
                            </p:stCondLst>
                            <p:childTnLst>
                              <p:par>
                                <p:cTn id="25" presetID="22" presetClass="entr" presetSubtype="8" fill="hold" nodeType="afterEffect">
                                  <p:stCondLst>
                                    <p:cond delay="0"/>
                                  </p:stCondLst>
                                  <p:childTnLst>
                                    <p:set>
                                      <p:cBhvr>
                                        <p:cTn id="26" dur="1" fill="hold">
                                          <p:stCondLst>
                                            <p:cond delay="0"/>
                                          </p:stCondLst>
                                        </p:cTn>
                                        <p:tgtEl>
                                          <p:spTgt spid="9">
                                            <p:txEl>
                                              <p:pRg st="4" end="4"/>
                                            </p:txEl>
                                          </p:spTgt>
                                        </p:tgtEl>
                                        <p:attrNameLst>
                                          <p:attrName>style.visibility</p:attrName>
                                        </p:attrNameLst>
                                      </p:cBhvr>
                                      <p:to>
                                        <p:strVal val="visible"/>
                                      </p:to>
                                    </p:set>
                                    <p:animEffect transition="in" filter="wipe(left)">
                                      <p:cBhvr>
                                        <p:cTn id="27" dur="500"/>
                                        <p:tgtEl>
                                          <p:spTgt spid="9">
                                            <p:txEl>
                                              <p:pRg st="4" end="4"/>
                                            </p:txEl>
                                          </p:spTgt>
                                        </p:tgtEl>
                                      </p:cBhvr>
                                    </p:animEffect>
                                  </p:childTnLst>
                                </p:cTn>
                              </p:par>
                            </p:childTnLst>
                          </p:cTn>
                        </p:par>
                        <p:par>
                          <p:cTn id="28" fill="hold">
                            <p:stCondLst>
                              <p:cond delay="3500"/>
                            </p:stCondLst>
                            <p:childTnLst>
                              <p:par>
                                <p:cTn id="29" presetID="22" presetClass="entr" presetSubtype="8" fill="hold" nodeType="afterEffect">
                                  <p:stCondLst>
                                    <p:cond delay="0"/>
                                  </p:stCondLst>
                                  <p:childTnLst>
                                    <p:set>
                                      <p:cBhvr>
                                        <p:cTn id="30" dur="1" fill="hold">
                                          <p:stCondLst>
                                            <p:cond delay="0"/>
                                          </p:stCondLst>
                                        </p:cTn>
                                        <p:tgtEl>
                                          <p:spTgt spid="9">
                                            <p:txEl>
                                              <p:pRg st="6" end="6"/>
                                            </p:txEl>
                                          </p:spTgt>
                                        </p:tgtEl>
                                        <p:attrNameLst>
                                          <p:attrName>style.visibility</p:attrName>
                                        </p:attrNameLst>
                                      </p:cBhvr>
                                      <p:to>
                                        <p:strVal val="visible"/>
                                      </p:to>
                                    </p:set>
                                    <p:animEffect transition="in" filter="wipe(left)">
                                      <p:cBhvr>
                                        <p:cTn id="31" dur="500"/>
                                        <p:tgtEl>
                                          <p:spTgt spid="9">
                                            <p:txEl>
                                              <p:pRg st="6" end="6"/>
                                            </p:txEl>
                                          </p:spTgt>
                                        </p:tgtEl>
                                      </p:cBhvr>
                                    </p:animEffect>
                                  </p:childTnLst>
                                </p:cTn>
                              </p:par>
                            </p:childTnLst>
                          </p:cTn>
                        </p:par>
                        <p:par>
                          <p:cTn id="32" fill="hold">
                            <p:stCondLst>
                              <p:cond delay="4000"/>
                            </p:stCondLst>
                            <p:childTnLst>
                              <p:par>
                                <p:cTn id="33" presetID="22" presetClass="entr" presetSubtype="8" fill="hold" nodeType="afterEffect">
                                  <p:stCondLst>
                                    <p:cond delay="0"/>
                                  </p:stCondLst>
                                  <p:childTnLst>
                                    <p:set>
                                      <p:cBhvr>
                                        <p:cTn id="34" dur="1" fill="hold">
                                          <p:stCondLst>
                                            <p:cond delay="0"/>
                                          </p:stCondLst>
                                        </p:cTn>
                                        <p:tgtEl>
                                          <p:spTgt spid="9">
                                            <p:txEl>
                                              <p:pRg st="7" end="7"/>
                                            </p:txEl>
                                          </p:spTgt>
                                        </p:tgtEl>
                                        <p:attrNameLst>
                                          <p:attrName>style.visibility</p:attrName>
                                        </p:attrNameLst>
                                      </p:cBhvr>
                                      <p:to>
                                        <p:strVal val="visible"/>
                                      </p:to>
                                    </p:set>
                                    <p:animEffect transition="in" filter="wipe(left)">
                                      <p:cBhvr>
                                        <p:cTn id="35" dur="500"/>
                                        <p:tgtEl>
                                          <p:spTgt spid="9">
                                            <p:txEl>
                                              <p:pRg st="7" end="7"/>
                                            </p:txEl>
                                          </p:spTgt>
                                        </p:tgtEl>
                                      </p:cBhvr>
                                    </p:animEffect>
                                  </p:childTnLst>
                                </p:cTn>
                              </p:par>
                            </p:childTnLst>
                          </p:cTn>
                        </p:par>
                        <p:par>
                          <p:cTn id="36" fill="hold">
                            <p:stCondLst>
                              <p:cond delay="4500"/>
                            </p:stCondLst>
                            <p:childTnLst>
                              <p:par>
                                <p:cTn id="37" presetID="22" presetClass="entr" presetSubtype="8" fill="hold" nodeType="afterEffect">
                                  <p:stCondLst>
                                    <p:cond delay="0"/>
                                  </p:stCondLst>
                                  <p:childTnLst>
                                    <p:set>
                                      <p:cBhvr>
                                        <p:cTn id="38" dur="1" fill="hold">
                                          <p:stCondLst>
                                            <p:cond delay="0"/>
                                          </p:stCondLst>
                                        </p:cTn>
                                        <p:tgtEl>
                                          <p:spTgt spid="9">
                                            <p:txEl>
                                              <p:pRg st="9" end="9"/>
                                            </p:txEl>
                                          </p:spTgt>
                                        </p:tgtEl>
                                        <p:attrNameLst>
                                          <p:attrName>style.visibility</p:attrName>
                                        </p:attrNameLst>
                                      </p:cBhvr>
                                      <p:to>
                                        <p:strVal val="visible"/>
                                      </p:to>
                                    </p:set>
                                    <p:animEffect transition="in" filter="wipe(left)">
                                      <p:cBhvr>
                                        <p:cTn id="39" dur="500"/>
                                        <p:tgtEl>
                                          <p:spTgt spid="9">
                                            <p:txEl>
                                              <p:pRg st="9" end="9"/>
                                            </p:txEl>
                                          </p:spTgt>
                                        </p:tgtEl>
                                      </p:cBhvr>
                                    </p:animEffect>
                                  </p:childTnLst>
                                </p:cTn>
                              </p:par>
                            </p:childTnLst>
                          </p:cTn>
                        </p:par>
                        <p:par>
                          <p:cTn id="40" fill="hold">
                            <p:stCondLst>
                              <p:cond delay="5000"/>
                            </p:stCondLst>
                            <p:childTnLst>
                              <p:par>
                                <p:cTn id="41" presetID="22" presetClass="entr" presetSubtype="8" fill="hold" nodeType="afterEffect">
                                  <p:stCondLst>
                                    <p:cond delay="0"/>
                                  </p:stCondLst>
                                  <p:childTnLst>
                                    <p:set>
                                      <p:cBhvr>
                                        <p:cTn id="42" dur="1" fill="hold">
                                          <p:stCondLst>
                                            <p:cond delay="0"/>
                                          </p:stCondLst>
                                        </p:cTn>
                                        <p:tgtEl>
                                          <p:spTgt spid="9">
                                            <p:txEl>
                                              <p:pRg st="10" end="10"/>
                                            </p:txEl>
                                          </p:spTgt>
                                        </p:tgtEl>
                                        <p:attrNameLst>
                                          <p:attrName>style.visibility</p:attrName>
                                        </p:attrNameLst>
                                      </p:cBhvr>
                                      <p:to>
                                        <p:strVal val="visible"/>
                                      </p:to>
                                    </p:set>
                                    <p:animEffect transition="in" filter="wipe(left)">
                                      <p:cBhvr>
                                        <p:cTn id="43" dur="500"/>
                                        <p:tgtEl>
                                          <p:spTgt spid="9">
                                            <p:txEl>
                                              <p:pRg st="10" end="10"/>
                                            </p:txEl>
                                          </p:spTgt>
                                        </p:tgtEl>
                                      </p:cBhvr>
                                    </p:animEffect>
                                  </p:childTnLst>
                                </p:cTn>
                              </p:par>
                            </p:childTnLst>
                          </p:cTn>
                        </p:par>
                        <p:par>
                          <p:cTn id="44" fill="hold">
                            <p:stCondLst>
                              <p:cond delay="5500"/>
                            </p:stCondLst>
                            <p:childTnLst>
                              <p:par>
                                <p:cTn id="45" presetID="22" presetClass="entr" presetSubtype="8" fill="hold" nodeType="afterEffect">
                                  <p:stCondLst>
                                    <p:cond delay="0"/>
                                  </p:stCondLst>
                                  <p:childTnLst>
                                    <p:set>
                                      <p:cBhvr>
                                        <p:cTn id="46" dur="1" fill="hold">
                                          <p:stCondLst>
                                            <p:cond delay="0"/>
                                          </p:stCondLst>
                                        </p:cTn>
                                        <p:tgtEl>
                                          <p:spTgt spid="9">
                                            <p:txEl>
                                              <p:pRg st="12" end="12"/>
                                            </p:txEl>
                                          </p:spTgt>
                                        </p:tgtEl>
                                        <p:attrNameLst>
                                          <p:attrName>style.visibility</p:attrName>
                                        </p:attrNameLst>
                                      </p:cBhvr>
                                      <p:to>
                                        <p:strVal val="visible"/>
                                      </p:to>
                                    </p:set>
                                    <p:animEffect transition="in" filter="wipe(left)">
                                      <p:cBhvr>
                                        <p:cTn id="47" dur="500"/>
                                        <p:tgtEl>
                                          <p:spTgt spid="9">
                                            <p:txEl>
                                              <p:pRg st="12" end="12"/>
                                            </p:txEl>
                                          </p:spTgt>
                                        </p:tgtEl>
                                      </p:cBhvr>
                                    </p:animEffect>
                                  </p:childTnLst>
                                </p:cTn>
                              </p:par>
                            </p:childTnLst>
                          </p:cTn>
                        </p:par>
                        <p:par>
                          <p:cTn id="48" fill="hold">
                            <p:stCondLst>
                              <p:cond delay="6000"/>
                            </p:stCondLst>
                            <p:childTnLst>
                              <p:par>
                                <p:cTn id="49" presetID="22" presetClass="entr" presetSubtype="8" fill="hold" nodeType="afterEffect">
                                  <p:stCondLst>
                                    <p:cond delay="0"/>
                                  </p:stCondLst>
                                  <p:childTnLst>
                                    <p:set>
                                      <p:cBhvr>
                                        <p:cTn id="50" dur="1" fill="hold">
                                          <p:stCondLst>
                                            <p:cond delay="0"/>
                                          </p:stCondLst>
                                        </p:cTn>
                                        <p:tgtEl>
                                          <p:spTgt spid="9">
                                            <p:txEl>
                                              <p:pRg st="13" end="13"/>
                                            </p:txEl>
                                          </p:spTgt>
                                        </p:tgtEl>
                                        <p:attrNameLst>
                                          <p:attrName>style.visibility</p:attrName>
                                        </p:attrNameLst>
                                      </p:cBhvr>
                                      <p:to>
                                        <p:strVal val="visible"/>
                                      </p:to>
                                    </p:set>
                                    <p:animEffect transition="in" filter="wipe(left)">
                                      <p:cBhvr>
                                        <p:cTn id="51" dur="500"/>
                                        <p:tgtEl>
                                          <p:spTgt spid="9">
                                            <p:txEl>
                                              <p:pRg st="13" end="13"/>
                                            </p:txEl>
                                          </p:spTgt>
                                        </p:tgtEl>
                                      </p:cBhvr>
                                    </p:animEffect>
                                  </p:childTnLst>
                                </p:cTn>
                              </p:par>
                            </p:childTnLst>
                          </p:cTn>
                        </p:par>
                        <p:par>
                          <p:cTn id="52" fill="hold">
                            <p:stCondLst>
                              <p:cond delay="6500"/>
                            </p:stCondLst>
                            <p:childTnLst>
                              <p:par>
                                <p:cTn id="53" presetID="22" presetClass="entr" presetSubtype="8" fill="hold" nodeType="afterEffect">
                                  <p:stCondLst>
                                    <p:cond delay="0"/>
                                  </p:stCondLst>
                                  <p:childTnLst>
                                    <p:set>
                                      <p:cBhvr>
                                        <p:cTn id="54" dur="1" fill="hold">
                                          <p:stCondLst>
                                            <p:cond delay="0"/>
                                          </p:stCondLst>
                                        </p:cTn>
                                        <p:tgtEl>
                                          <p:spTgt spid="9">
                                            <p:txEl>
                                              <p:pRg st="15" end="15"/>
                                            </p:txEl>
                                          </p:spTgt>
                                        </p:tgtEl>
                                        <p:attrNameLst>
                                          <p:attrName>style.visibility</p:attrName>
                                        </p:attrNameLst>
                                      </p:cBhvr>
                                      <p:to>
                                        <p:strVal val="visible"/>
                                      </p:to>
                                    </p:set>
                                    <p:animEffect transition="in" filter="wipe(left)">
                                      <p:cBhvr>
                                        <p:cTn id="55" dur="500"/>
                                        <p:tgtEl>
                                          <p:spTgt spid="9">
                                            <p:txEl>
                                              <p:pRg st="15" end="15"/>
                                            </p:txEl>
                                          </p:spTgt>
                                        </p:tgtEl>
                                      </p:cBhvr>
                                    </p:animEffect>
                                  </p:childTnLst>
                                </p:cTn>
                              </p:par>
                            </p:childTnLst>
                          </p:cTn>
                        </p:par>
                        <p:par>
                          <p:cTn id="56" fill="hold">
                            <p:stCondLst>
                              <p:cond delay="7000"/>
                            </p:stCondLst>
                            <p:childTnLst>
                              <p:par>
                                <p:cTn id="57" presetID="22" presetClass="entr" presetSubtype="8" fill="hold" nodeType="afterEffect">
                                  <p:stCondLst>
                                    <p:cond delay="0"/>
                                  </p:stCondLst>
                                  <p:childTnLst>
                                    <p:set>
                                      <p:cBhvr>
                                        <p:cTn id="58" dur="1" fill="hold">
                                          <p:stCondLst>
                                            <p:cond delay="0"/>
                                          </p:stCondLst>
                                        </p:cTn>
                                        <p:tgtEl>
                                          <p:spTgt spid="9">
                                            <p:txEl>
                                              <p:pRg st="16" end="16"/>
                                            </p:txEl>
                                          </p:spTgt>
                                        </p:tgtEl>
                                        <p:attrNameLst>
                                          <p:attrName>style.visibility</p:attrName>
                                        </p:attrNameLst>
                                      </p:cBhvr>
                                      <p:to>
                                        <p:strVal val="visible"/>
                                      </p:to>
                                    </p:set>
                                    <p:animEffect transition="in" filter="wipe(left)">
                                      <p:cBhvr>
                                        <p:cTn id="59" dur="500"/>
                                        <p:tgtEl>
                                          <p:spTgt spid="9">
                                            <p:txEl>
                                              <p:pRg st="16" end="16"/>
                                            </p:txEl>
                                          </p:spTgt>
                                        </p:tgtEl>
                                      </p:cBhvr>
                                    </p:animEffect>
                                  </p:childTnLst>
                                </p:cTn>
                              </p:par>
                            </p:childTnLst>
                          </p:cTn>
                        </p:par>
                        <p:par>
                          <p:cTn id="60" fill="hold">
                            <p:stCondLst>
                              <p:cond delay="7500"/>
                            </p:stCondLst>
                            <p:childTnLst>
                              <p:par>
                                <p:cTn id="61" presetID="22" presetClass="entr" presetSubtype="8" fill="hold" nodeType="afterEffect">
                                  <p:stCondLst>
                                    <p:cond delay="0"/>
                                  </p:stCondLst>
                                  <p:childTnLst>
                                    <p:set>
                                      <p:cBhvr>
                                        <p:cTn id="62" dur="1" fill="hold">
                                          <p:stCondLst>
                                            <p:cond delay="0"/>
                                          </p:stCondLst>
                                        </p:cTn>
                                        <p:tgtEl>
                                          <p:spTgt spid="9">
                                            <p:txEl>
                                              <p:pRg st="18" end="18"/>
                                            </p:txEl>
                                          </p:spTgt>
                                        </p:tgtEl>
                                        <p:attrNameLst>
                                          <p:attrName>style.visibility</p:attrName>
                                        </p:attrNameLst>
                                      </p:cBhvr>
                                      <p:to>
                                        <p:strVal val="visible"/>
                                      </p:to>
                                    </p:set>
                                    <p:animEffect transition="in" filter="wipe(left)">
                                      <p:cBhvr>
                                        <p:cTn id="63" dur="500"/>
                                        <p:tgtEl>
                                          <p:spTgt spid="9">
                                            <p:txEl>
                                              <p:pRg st="18" end="1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508" name="Picture 4"/>
          <p:cNvPicPr>
            <a:picLocks noChangeAspect="1" noChangeArrowheads="1"/>
          </p:cNvPicPr>
          <p:nvPr>
            <p:custDataLst>
              <p:tags r:id="rId1"/>
            </p:custDataLst>
          </p:nvPr>
        </p:nvPicPr>
        <p:blipFill>
          <a:blip r:embed="rId2">
            <a:extLst>
              <a:ext uri="{28A0092B-C50C-407E-A947-70E740481C1C}">
                <a14:useLocalDpi xmlns:a14="http://schemas.microsoft.com/office/drawing/2010/main" val="0"/>
              </a:ext>
            </a:extLst>
          </a:blip>
          <a:srcRect b="48865"/>
          <a:stretch>
            <a:fillRect/>
          </a:stretch>
        </p:blipFill>
        <p:spPr bwMode="auto">
          <a:xfrm>
            <a:off x="1588" y="1588"/>
            <a:ext cx="9142412" cy="3506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文本框 1"/>
          <p:cNvSpPr txBox="1"/>
          <p:nvPr/>
        </p:nvSpPr>
        <p:spPr>
          <a:xfrm>
            <a:off x="773430" y="3622675"/>
            <a:ext cx="3740150" cy="2225040"/>
          </a:xfrm>
          <a:prstGeom prst="rect">
            <a:avLst/>
          </a:prstGeom>
          <a:noFill/>
        </p:spPr>
        <p:txBody>
          <a:bodyPr wrap="square" rtlCol="0">
            <a:spAutoFit/>
            <a:scene3d>
              <a:camera prst="orthographicFront"/>
              <a:lightRig rig="threePt" dir="t"/>
            </a:scene3d>
          </a:bodyPr>
          <a:p>
            <a:r>
              <a:rPr lang="en-US" altLang="zh-CN" sz="2000">
                <a:solidFill>
                  <a:schemeClr val="bg2">
                    <a:lumMod val="50000"/>
                  </a:schemeClr>
                </a:solidFill>
                <a:effectLst>
                  <a:outerShdw blurRad="38100" dist="25400" dir="5400000" algn="ctr" rotWithShape="0">
                    <a:srgbClr val="6E747A">
                      <a:alpha val="43000"/>
                    </a:srgbClr>
                  </a:outerShdw>
                </a:effectLst>
              </a:rPr>
              <a:t>肖邦作品10-12，C小调，后人命名为《革命》，肖邦1831年离开华沙，踏上返巴黎途中，在斯图加特得知俄军入侵波兰，悲愤之余而作。左手将失望与愤怒表现于上下行音阶上，右手奏壮丽的八度。</a:t>
            </a:r>
            <a:endParaRPr lang="en-US" altLang="zh-CN" sz="2000">
              <a:solidFill>
                <a:schemeClr val="bg2">
                  <a:lumMod val="50000"/>
                </a:schemeClr>
              </a:solidFill>
              <a:effectLst>
                <a:outerShdw blurRad="38100" dist="25400" dir="5400000" algn="ctr" rotWithShape="0">
                  <a:srgbClr val="6E747A">
                    <a:alpha val="43000"/>
                  </a:srgbClr>
                </a:outerShdw>
              </a:effectLst>
            </a:endParaRPr>
          </a:p>
        </p:txBody>
      </p:sp>
      <p:sp>
        <p:nvSpPr>
          <p:cNvPr id="9" name="文本框 8"/>
          <p:cNvSpPr txBox="1"/>
          <p:nvPr/>
        </p:nvSpPr>
        <p:spPr>
          <a:xfrm>
            <a:off x="5847080" y="5145405"/>
            <a:ext cx="2462530" cy="640080"/>
          </a:xfrm>
          <a:prstGeom prst="rect">
            <a:avLst/>
          </a:prstGeom>
          <a:noFill/>
        </p:spPr>
        <p:txBody>
          <a:bodyPr wrap="square" rtlCol="0">
            <a:spAutoFit/>
          </a:bodyPr>
          <a:p>
            <a:r>
              <a:rPr lang="en-US" altLang="zh-CN">
                <a:solidFill>
                  <a:schemeClr val="accent1"/>
                </a:solidFill>
                <a:effectLst>
                  <a:outerShdw blurRad="38100" dist="25400" dir="5400000" algn="ctr" rotWithShape="0">
                    <a:srgbClr val="6E747A">
                      <a:alpha val="43000"/>
                    </a:srgbClr>
                  </a:outerShdw>
                </a:effectLst>
              </a:rPr>
              <a:t>  </a:t>
            </a:r>
            <a:r>
              <a:rPr lang="en-US" altLang="zh-CN">
                <a:solidFill>
                  <a:schemeClr val="accent1"/>
                </a:solidFill>
                <a:effectLst>
                  <a:outerShdw blurRad="38100" dist="25400" dir="5400000" algn="ctr" rotWithShape="0">
                    <a:srgbClr val="6E747A">
                      <a:alpha val="43000"/>
                    </a:srgbClr>
                  </a:outerShdw>
                </a:effectLst>
                <a:hlinkClick r:id="rId3" action="ppaction://hlinkfile"/>
              </a:rPr>
              <a:t> </a:t>
            </a:r>
            <a:r>
              <a:rPr lang="en-US" altLang="zh-CN">
                <a:solidFill>
                  <a:schemeClr val="accent1"/>
                </a:solidFill>
                <a:effectLst>
                  <a:outerShdw blurRad="38100" dist="25400" dir="5400000" algn="ctr" rotWithShape="0">
                    <a:srgbClr val="6E747A">
                      <a:alpha val="43000"/>
                    </a:srgbClr>
                  </a:outerShdw>
                </a:effectLst>
                <a:hlinkClick r:id="rId4" action="ppaction://hlinkfile"/>
              </a:rPr>
              <a:t>mogens dalsgaard</a:t>
            </a:r>
            <a:endParaRPr lang="en-US" altLang="zh-CN">
              <a:solidFill>
                <a:schemeClr val="accent1"/>
              </a:solidFill>
              <a:effectLst>
                <a:outerShdw blurRad="38100" dist="25400" dir="5400000" algn="ctr" rotWithShape="0">
                  <a:srgbClr val="6E747A">
                    <a:alpha val="43000"/>
                  </a:srgbClr>
                </a:outerShdw>
              </a:effectLst>
              <a:hlinkClick r:id="rId4" action="ppaction://hlinkfile"/>
            </a:endParaRPr>
          </a:p>
          <a:p>
            <a:pPr algn="ctr"/>
            <a:r>
              <a:rPr lang="zh-CN" altLang="en-US">
                <a:solidFill>
                  <a:schemeClr val="accent1"/>
                </a:solidFill>
                <a:effectLst>
                  <a:outerShdw blurRad="38100" dist="25400" dir="5400000" algn="ctr" rotWithShape="0">
                    <a:srgbClr val="6E747A">
                      <a:alpha val="43000"/>
                    </a:srgbClr>
                  </a:outerShdw>
                </a:effectLst>
                <a:hlinkClick r:id="rId4" action="ppaction://hlinkfile"/>
              </a:rPr>
              <a:t>演奏版本</a:t>
            </a:r>
            <a:endParaRPr lang="zh-CN" altLang="en-US">
              <a:solidFill>
                <a:schemeClr val="accent1"/>
              </a:solidFill>
              <a:effectLst>
                <a:outerShdw blurRad="38100" dist="25400" dir="5400000" algn="ctr" rotWithShape="0">
                  <a:srgbClr val="6E747A">
                    <a:alpha val="43000"/>
                  </a:srgbClr>
                </a:outerShdw>
              </a:effectLst>
            </a:endParaRPr>
          </a:p>
        </p:txBody>
      </p:sp>
      <p:sp>
        <p:nvSpPr>
          <p:cNvPr id="8" name="文本框 7"/>
          <p:cNvSpPr txBox="1"/>
          <p:nvPr/>
        </p:nvSpPr>
        <p:spPr>
          <a:xfrm>
            <a:off x="784225" y="2638425"/>
            <a:ext cx="3012440" cy="389890"/>
          </a:xfrm>
          <a:prstGeom prst="rect">
            <a:avLst/>
          </a:prstGeom>
          <a:noFill/>
        </p:spPr>
        <p:txBody>
          <a:bodyPr wrap="square" rtlCol="0">
            <a:spAutoFit/>
            <a:scene3d>
              <a:camera prst="orthographicFront"/>
              <a:lightRig rig="threePt" dir="t"/>
            </a:scene3d>
          </a:bodyPr>
          <a:p>
            <a:r>
              <a:rPr lang="en-US" altLang="zh-CN">
                <a:ln w="10160">
                  <a:noFill/>
                  <a:prstDash val="solid"/>
                </a:ln>
                <a:solidFill>
                  <a:schemeClr val="bg1"/>
                </a:solidFill>
                <a:effectLst>
                  <a:outerShdw blurRad="38100" dist="22860" dir="5400000" algn="tl" rotWithShape="0">
                    <a:srgbClr val="000000">
                      <a:alpha val="30000"/>
                    </a:srgbClr>
                  </a:outerShdw>
                </a:effectLst>
                <a:latin typeface="Arial Black" charset="0"/>
              </a:rPr>
              <a:t>Revolutionary</a:t>
            </a:r>
            <a:endParaRPr lang="en-US" altLang="zh-CN">
              <a:ln w="10160">
                <a:noFill/>
                <a:prstDash val="solid"/>
              </a:ln>
              <a:solidFill>
                <a:schemeClr val="bg1"/>
              </a:solidFill>
              <a:effectLst>
                <a:outerShdw blurRad="38100" dist="22860" dir="5400000" algn="tl" rotWithShape="0">
                  <a:srgbClr val="000000">
                    <a:alpha val="30000"/>
                  </a:srgbClr>
                </a:outerShdw>
              </a:effectLst>
              <a:latin typeface="Arial Black" charset="0"/>
            </a:endParaRPr>
          </a:p>
        </p:txBody>
      </p:sp>
      <p:sp>
        <p:nvSpPr>
          <p:cNvPr id="10" name="文本框 9"/>
          <p:cNvSpPr txBox="1"/>
          <p:nvPr/>
        </p:nvSpPr>
        <p:spPr>
          <a:xfrm>
            <a:off x="742315" y="2054860"/>
            <a:ext cx="2757805" cy="640080"/>
          </a:xfrm>
          <a:prstGeom prst="rect">
            <a:avLst/>
          </a:prstGeom>
          <a:noFill/>
        </p:spPr>
        <p:txBody>
          <a:bodyPr wrap="square" rtlCol="0">
            <a:spAutoFit/>
          </a:bodyPr>
          <a:p>
            <a:r>
              <a:rPr lang="zh-CN" altLang="en-US" sz="3600">
                <a:ln/>
                <a:solidFill>
                  <a:schemeClr val="accent1"/>
                </a:solidFill>
                <a:effectLst>
                  <a:outerShdw blurRad="38100" dist="25400" dir="5400000" algn="ctr" rotWithShape="0">
                    <a:srgbClr val="6E747A">
                      <a:alpha val="43000"/>
                    </a:srgbClr>
                  </a:outerShdw>
                </a:effectLst>
              </a:rPr>
              <a:t>革命练习曲</a:t>
            </a:r>
            <a:endParaRPr lang="zh-CN" altLang="en-US" sz="3600">
              <a:ln/>
              <a:solidFill>
                <a:schemeClr val="accent1"/>
              </a:solidFill>
              <a:effectLst>
                <a:outerShdw blurRad="38100" dist="25400" dir="5400000" algn="ctr" rotWithShape="0">
                  <a:srgbClr val="6E747A">
                    <a:alpha val="43000"/>
                  </a:srgbClr>
                </a:outerShdw>
              </a:effectLst>
            </a:endParaRPr>
          </a:p>
        </p:txBody>
      </p:sp>
      <p:sp>
        <p:nvSpPr>
          <p:cNvPr id="11" name="矩形 10"/>
          <p:cNvSpPr/>
          <p:nvPr/>
        </p:nvSpPr>
        <p:spPr>
          <a:xfrm>
            <a:off x="540385" y="2171700"/>
            <a:ext cx="75565" cy="3978275"/>
          </a:xfrm>
          <a:prstGeom prst="rect">
            <a:avLst/>
          </a:prstGeom>
          <a:solidFill>
            <a:srgbClr val="99CC00"/>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itchFamily="34" charset="0"/>
              <a:buNone/>
            </a:pPr>
            <a:endParaRPr kumimoji="0" lang="zh-CN" altLang="zh-CN" sz="1800" b="0" i="0" u="none" strike="noStrike" cap="none" normalizeH="0" baseline="0" smtClean="0">
              <a:ln>
                <a:noFill/>
              </a:ln>
              <a:solidFill>
                <a:schemeClr val="tx1"/>
              </a:solidFill>
              <a:effectLst/>
              <a:latin typeface="Arial" pitchFamily="34" charset="0"/>
              <a:ea typeface="黑体" pitchFamily="49" charset="-122"/>
            </a:endParaRPr>
          </a:p>
        </p:txBody>
      </p:sp>
      <p:sp>
        <p:nvSpPr>
          <p:cNvPr id="12" name="矩形 11"/>
          <p:cNvSpPr/>
          <p:nvPr/>
        </p:nvSpPr>
        <p:spPr>
          <a:xfrm>
            <a:off x="540385" y="6075045"/>
            <a:ext cx="4794885" cy="75565"/>
          </a:xfrm>
          <a:prstGeom prst="rect">
            <a:avLst/>
          </a:prstGeom>
          <a:solidFill>
            <a:srgbClr val="99CC00"/>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itchFamily="34" charset="0"/>
              <a:buNone/>
            </a:pPr>
            <a:endParaRPr kumimoji="0" lang="zh-CN" altLang="zh-CN" sz="1800" b="0" i="0" u="none" strike="noStrike" cap="none" normalizeH="0" baseline="0" smtClean="0">
              <a:ln>
                <a:noFill/>
              </a:ln>
              <a:solidFill>
                <a:schemeClr val="tx1"/>
              </a:solidFill>
              <a:effectLst/>
              <a:latin typeface="Arial" pitchFamily="34" charset="0"/>
              <a:ea typeface="黑体" pitchFamily="49" charset="-122"/>
            </a:endParaRPr>
          </a:p>
        </p:txBody>
      </p:sp>
      <p:sp>
        <p:nvSpPr>
          <p:cNvPr id="13" name="矩形 12"/>
          <p:cNvSpPr/>
          <p:nvPr/>
        </p:nvSpPr>
        <p:spPr>
          <a:xfrm>
            <a:off x="5259070" y="4652645"/>
            <a:ext cx="75565" cy="1474470"/>
          </a:xfrm>
          <a:prstGeom prst="rect">
            <a:avLst/>
          </a:prstGeom>
          <a:solidFill>
            <a:srgbClr val="99CC00"/>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itchFamily="34" charset="0"/>
              <a:buNone/>
            </a:pPr>
            <a:endParaRPr kumimoji="0" lang="zh-CN" altLang="zh-CN" sz="1800" b="0" i="0" u="none" strike="noStrike" cap="none" normalizeH="0" baseline="0" smtClean="0">
              <a:ln>
                <a:noFill/>
              </a:ln>
              <a:solidFill>
                <a:schemeClr val="tx1"/>
              </a:solidFill>
              <a:effectLst/>
              <a:latin typeface="Arial" pitchFamily="34" charset="0"/>
              <a:ea typeface="黑体" pitchFamily="49" charset="-122"/>
            </a:endParaRPr>
          </a:p>
        </p:txBody>
      </p:sp>
      <p:sp>
        <p:nvSpPr>
          <p:cNvPr id="14" name="矩形 13"/>
          <p:cNvSpPr/>
          <p:nvPr/>
        </p:nvSpPr>
        <p:spPr>
          <a:xfrm>
            <a:off x="5260340" y="4652645"/>
            <a:ext cx="3054985" cy="75565"/>
          </a:xfrm>
          <a:prstGeom prst="rect">
            <a:avLst/>
          </a:prstGeom>
          <a:solidFill>
            <a:srgbClr val="99CC00"/>
          </a:solidFill>
          <a:ln w="9525" cap="flat" cmpd="sng" algn="ctr">
            <a:noFill/>
            <a:prstDash val="solid"/>
            <a:round/>
            <a:headEnd type="none" w="med" len="med"/>
            <a:tailEnd type="none" w="med" len="med"/>
          </a:ln>
        </p:spPr>
        <p:txBody>
          <a:bodyPr vert="horz" wrap="square" lIns="91440" tIns="45720" rIns="91440" bIns="45720" numCol="1" anchor="t" anchorCtr="0" compatLnSpc="1"/>
          <a:p>
            <a:pPr marL="0" marR="0" indent="0" algn="l" defTabSz="914400" rtl="0" eaLnBrk="1" fontAlgn="base" latinLnBrk="0" hangingPunct="1">
              <a:spcBef>
                <a:spcPct val="0"/>
              </a:spcBef>
              <a:spcAft>
                <a:spcPct val="0"/>
              </a:spcAft>
              <a:buClrTx/>
              <a:buSzTx/>
              <a:buFont typeface="Arial" pitchFamily="34" charset="0"/>
              <a:buNone/>
            </a:pPr>
            <a:endParaRPr kumimoji="0" lang="zh-CN" altLang="zh-CN" sz="1800" b="0" i="0" u="none" strike="noStrike" cap="none" normalizeH="0" baseline="0" smtClean="0">
              <a:ln>
                <a:noFill/>
              </a:ln>
              <a:solidFill>
                <a:schemeClr val="tx1"/>
              </a:solidFill>
              <a:effectLst/>
              <a:latin typeface="Arial" pitchFamily="34" charset="0"/>
              <a:ea typeface="黑体" pitchFamily="49" charset="-122"/>
            </a:endParaRPr>
          </a:p>
        </p:txBody>
      </p:sp>
    </p:spTree>
    <p:custDataLst>
      <p:tags r:id="rId5"/>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wipe(left)">
                                      <p:cBhvr>
                                        <p:cTn id="7" dur="500"/>
                                        <p:tgtEl>
                                          <p:spTgt spid="10">
                                            <p:txEl>
                                              <p:pRg st="0" end="0"/>
                                            </p:txEl>
                                          </p:spTgt>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wipe(left)">
                                      <p:cBhvr>
                                        <p:cTn id="10" dur="500"/>
                                        <p:tgtEl>
                                          <p:spTgt spid="8"/>
                                        </p:tgtEl>
                                      </p:cBhvr>
                                    </p:animEffect>
                                  </p:childTnLst>
                                </p:cTn>
                              </p:par>
                            </p:childTnLst>
                          </p:cTn>
                        </p:par>
                        <p:par>
                          <p:cTn id="11" fill="hold">
                            <p:stCondLst>
                              <p:cond delay="500"/>
                            </p:stCondLst>
                            <p:childTnLst>
                              <p:par>
                                <p:cTn id="12" presetID="22" presetClass="entr" presetSubtype="1" fill="hold" grpId="0" nodeType="afterEffect">
                                  <p:stCondLst>
                                    <p:cond delay="0"/>
                                  </p:stCondLst>
                                  <p:childTnLst>
                                    <p:set>
                                      <p:cBhvr>
                                        <p:cTn id="13" dur="1" fill="hold">
                                          <p:stCondLst>
                                            <p:cond delay="0"/>
                                          </p:stCondLst>
                                        </p:cTn>
                                        <p:tgtEl>
                                          <p:spTgt spid="11"/>
                                        </p:tgtEl>
                                        <p:attrNameLst>
                                          <p:attrName>style.visibility</p:attrName>
                                        </p:attrNameLst>
                                      </p:cBhvr>
                                      <p:to>
                                        <p:strVal val="visible"/>
                                      </p:to>
                                    </p:set>
                                    <p:animEffect transition="in" filter="wipe(up)">
                                      <p:cBhvr>
                                        <p:cTn id="14" dur="500"/>
                                        <p:tgtEl>
                                          <p:spTgt spid="11"/>
                                        </p:tgtEl>
                                      </p:cBhvr>
                                    </p:animEffect>
                                  </p:childTnLst>
                                </p:cTn>
                              </p:par>
                            </p:childTnLst>
                          </p:cTn>
                        </p:par>
                        <p:par>
                          <p:cTn id="15" fill="hold">
                            <p:stCondLst>
                              <p:cond delay="1000"/>
                            </p:stCondLst>
                            <p:childTnLst>
                              <p:par>
                                <p:cTn id="16" presetID="22" presetClass="entr" presetSubtype="8" fill="hold" grpId="0" nodeType="afterEffect">
                                  <p:stCondLst>
                                    <p:cond delay="0"/>
                                  </p:stCondLst>
                                  <p:childTnLst>
                                    <p:set>
                                      <p:cBhvr>
                                        <p:cTn id="17" dur="1" fill="hold">
                                          <p:stCondLst>
                                            <p:cond delay="0"/>
                                          </p:stCondLst>
                                        </p:cTn>
                                        <p:tgtEl>
                                          <p:spTgt spid="12"/>
                                        </p:tgtEl>
                                        <p:attrNameLst>
                                          <p:attrName>style.visibility</p:attrName>
                                        </p:attrNameLst>
                                      </p:cBhvr>
                                      <p:to>
                                        <p:strVal val="visible"/>
                                      </p:to>
                                    </p:set>
                                    <p:animEffect transition="in" filter="wipe(left)">
                                      <p:cBhvr>
                                        <p:cTn id="18" dur="500"/>
                                        <p:tgtEl>
                                          <p:spTgt spid="12"/>
                                        </p:tgtEl>
                                      </p:cBhvr>
                                    </p:animEffect>
                                  </p:childTnLst>
                                </p:cTn>
                              </p:par>
                            </p:childTnLst>
                          </p:cTn>
                        </p:par>
                        <p:par>
                          <p:cTn id="19" fill="hold">
                            <p:stCondLst>
                              <p:cond delay="1500"/>
                            </p:stCondLst>
                            <p:childTnLst>
                              <p:par>
                                <p:cTn id="20" presetID="22" presetClass="entr" presetSubtype="4" fill="hold" grpId="0" nodeType="afterEffect">
                                  <p:stCondLst>
                                    <p:cond delay="0"/>
                                  </p:stCondLst>
                                  <p:childTnLst>
                                    <p:set>
                                      <p:cBhvr>
                                        <p:cTn id="21" dur="1" fill="hold">
                                          <p:stCondLst>
                                            <p:cond delay="0"/>
                                          </p:stCondLst>
                                        </p:cTn>
                                        <p:tgtEl>
                                          <p:spTgt spid="13"/>
                                        </p:tgtEl>
                                        <p:attrNameLst>
                                          <p:attrName>style.visibility</p:attrName>
                                        </p:attrNameLst>
                                      </p:cBhvr>
                                      <p:to>
                                        <p:strVal val="visible"/>
                                      </p:to>
                                    </p:set>
                                    <p:animEffect transition="in" filter="wipe(down)">
                                      <p:cBhvr>
                                        <p:cTn id="22" dur="500"/>
                                        <p:tgtEl>
                                          <p:spTgt spid="13"/>
                                        </p:tgtEl>
                                      </p:cBhvr>
                                    </p:animEffect>
                                  </p:childTnLst>
                                </p:cTn>
                              </p:par>
                            </p:childTnLst>
                          </p:cTn>
                        </p:par>
                        <p:par>
                          <p:cTn id="23" fill="hold">
                            <p:stCondLst>
                              <p:cond delay="2000"/>
                            </p:stCondLst>
                            <p:childTnLst>
                              <p:par>
                                <p:cTn id="24" presetID="22" presetClass="entr" presetSubtype="8" fill="hold" grpId="0" nodeType="afterEffect">
                                  <p:stCondLst>
                                    <p:cond delay="0"/>
                                  </p:stCondLst>
                                  <p:childTnLst>
                                    <p:set>
                                      <p:cBhvr>
                                        <p:cTn id="25" dur="1" fill="hold">
                                          <p:stCondLst>
                                            <p:cond delay="0"/>
                                          </p:stCondLst>
                                        </p:cTn>
                                        <p:tgtEl>
                                          <p:spTgt spid="14"/>
                                        </p:tgtEl>
                                        <p:attrNameLst>
                                          <p:attrName>style.visibility</p:attrName>
                                        </p:attrNameLst>
                                      </p:cBhvr>
                                      <p:to>
                                        <p:strVal val="visible"/>
                                      </p:to>
                                    </p:set>
                                    <p:animEffect transition="in" filter="wipe(left)">
                                      <p:cBhvr>
                                        <p:cTn id="26" dur="500"/>
                                        <p:tgtEl>
                                          <p:spTgt spid="14"/>
                                        </p:tgtEl>
                                      </p:cBhvr>
                                    </p:animEffect>
                                  </p:childTnLst>
                                </p:cTn>
                              </p:par>
                            </p:childTnLst>
                          </p:cTn>
                        </p:par>
                      </p:childTnLst>
                    </p:cTn>
                  </p:par>
                  <p:par>
                    <p:cTn id="27" fill="hold">
                      <p:stCondLst>
                        <p:cond delay="indefinite"/>
                      </p:stCondLst>
                      <p:childTnLst>
                        <p:par>
                          <p:cTn id="28" fill="hold">
                            <p:stCondLst>
                              <p:cond delay="0"/>
                            </p:stCondLst>
                            <p:childTnLst>
                              <p:par>
                                <p:cTn id="29" presetID="22" presetClass="entr" presetSubtype="8" fill="hold" grpId="0" nodeType="clickEffect">
                                  <p:stCondLst>
                                    <p:cond delay="0"/>
                                  </p:stCondLst>
                                  <p:childTnLst>
                                    <p:set>
                                      <p:cBhvr>
                                        <p:cTn id="30" dur="1" fill="hold">
                                          <p:stCondLst>
                                            <p:cond delay="0"/>
                                          </p:stCondLst>
                                        </p:cTn>
                                        <p:tgtEl>
                                          <p:spTgt spid="2">
                                            <p:txEl>
                                              <p:pRg st="0" end="0"/>
                                            </p:txEl>
                                          </p:spTgt>
                                        </p:tgtEl>
                                        <p:attrNameLst>
                                          <p:attrName>style.visibility</p:attrName>
                                        </p:attrNameLst>
                                      </p:cBhvr>
                                      <p:to>
                                        <p:strVal val="visible"/>
                                      </p:to>
                                    </p:set>
                                    <p:animEffect transition="in" filter="wipe(left)">
                                      <p:cBhvr>
                                        <p:cTn id="31" dur="1000"/>
                                        <p:tgtEl>
                                          <p:spTgt spid="2">
                                            <p:txEl>
                                              <p:pRg st="0" end="0"/>
                                            </p:txEl>
                                          </p:spTgt>
                                        </p:tgtEl>
                                      </p:cBhvr>
                                    </p:animEffect>
                                  </p:childTnLst>
                                </p:cTn>
                              </p:par>
                            </p:childTnLst>
                          </p:cTn>
                        </p:par>
                        <p:par>
                          <p:cTn id="32" fill="hold">
                            <p:stCondLst>
                              <p:cond delay="1000"/>
                            </p:stCondLst>
                            <p:childTnLst>
                              <p:par>
                                <p:cTn id="33" presetID="10" presetClass="entr" presetSubtype="0" fill="hold" grpId="0" nodeType="afterEffect">
                                  <p:stCondLst>
                                    <p:cond delay="0"/>
                                  </p:stCondLst>
                                  <p:childTnLst>
                                    <p:set>
                                      <p:cBhvr>
                                        <p:cTn id="34" dur="1" fill="hold">
                                          <p:stCondLst>
                                            <p:cond delay="0"/>
                                          </p:stCondLst>
                                        </p:cTn>
                                        <p:tgtEl>
                                          <p:spTgt spid="9"/>
                                        </p:tgtEl>
                                        <p:attrNameLst>
                                          <p:attrName>style.visibility</p:attrName>
                                        </p:attrNameLst>
                                      </p:cBhvr>
                                      <p:to>
                                        <p:strVal val="visible"/>
                                      </p:to>
                                    </p:set>
                                    <p:animEffect transition="in" filter="fade">
                                      <p:cBhvr>
                                        <p:cTn id="35"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P spid="9" grpId="0"/>
      <p:bldP spid="8" grpId="0"/>
      <p:bldP spid="11" grpId="0" bldLvl="0" animBg="1"/>
      <p:bldP spid="12" grpId="0" bldLvl="0" animBg="1"/>
      <p:bldP spid="13" grpId="0" bldLvl="0" animBg="1"/>
      <p:bldP spid="14" grpId="0" bldLvl="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7" name="Rectangle 5"/>
          <p:cNvSpPr>
            <a:spLocks noChangeArrowheads="1"/>
          </p:cNvSpPr>
          <p:nvPr>
            <p:custDataLst>
              <p:tags r:id="rId1"/>
            </p:custDataLst>
          </p:nvPr>
        </p:nvSpPr>
        <p:spPr bwMode="auto">
          <a:xfrm>
            <a:off x="4534483" y="505393"/>
            <a:ext cx="2015850" cy="810645"/>
          </a:xfrm>
          <a:prstGeom prst="rect">
            <a:avLst/>
          </a:prstGeom>
          <a:solidFill>
            <a:schemeClr val="accent1">
              <a:lumMod val="60000"/>
              <a:lumOff val="40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170" tIns="46990" rIns="90170" bIns="46990" anchor="ctr">
            <a:normAutofit/>
          </a:bodyP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algn="ctr" eaLnBrk="1" hangingPunct="1"/>
            <a:r>
              <a:rPr lang="zh-CN" altLang="en-US" sz="2800" b="1" smtClean="0">
                <a:solidFill>
                  <a:schemeClr val="bg2">
                    <a:lumMod val="50000"/>
                  </a:schemeClr>
                </a:solidFill>
                <a:latin typeface="黑体" charset="0"/>
                <a:ea typeface="黑体" charset="0"/>
                <a:cs typeface="+mj-cs"/>
                <a:sym typeface="Arial" pitchFamily="34" charset="0"/>
              </a:rPr>
              <a:t>乐曲</a:t>
            </a:r>
            <a:endParaRPr lang="zh-CN" altLang="en-US" sz="2800" b="1" smtClean="0">
              <a:solidFill>
                <a:schemeClr val="bg2">
                  <a:lumMod val="50000"/>
                </a:schemeClr>
              </a:solidFill>
              <a:latin typeface="黑体" charset="0"/>
              <a:ea typeface="黑体" charset="0"/>
              <a:cs typeface="+mj-cs"/>
              <a:sym typeface="Arial" pitchFamily="34" charset="0"/>
            </a:endParaRPr>
          </a:p>
        </p:txBody>
      </p:sp>
      <p:sp>
        <p:nvSpPr>
          <p:cNvPr id="18439" name="Line 7"/>
          <p:cNvSpPr>
            <a:spLocks noChangeShapeType="1"/>
          </p:cNvSpPr>
          <p:nvPr>
            <p:custDataLst>
              <p:tags r:id="rId2"/>
            </p:custDataLst>
          </p:nvPr>
        </p:nvSpPr>
        <p:spPr bwMode="auto">
          <a:xfrm>
            <a:off x="6691602" y="872477"/>
            <a:ext cx="1777757" cy="0"/>
          </a:xfrm>
          <a:prstGeom prst="line">
            <a:avLst/>
          </a:prstGeom>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style>
          <a:lnRef idx="2">
            <a:schemeClr val="accent1"/>
          </a:lnRef>
          <a:fillRef idx="0">
            <a:schemeClr val="accent1"/>
          </a:fillRef>
          <a:effectRef idx="1">
            <a:schemeClr val="accent1"/>
          </a:effectRef>
          <a:fontRef idx="minor">
            <a:schemeClr val="tx1"/>
          </a:fontRef>
        </p:style>
        <p:txBody>
          <a:bodyPr/>
          <a:lstStyle/>
          <a:p>
            <a:endParaRPr lang="zh-CN" altLang="en-US">
              <a:latin typeface="+mn-lt"/>
              <a:ea typeface="+mn-ea"/>
              <a:sym typeface="Arial" pitchFamily="34" charset="0"/>
            </a:endParaRPr>
          </a:p>
        </p:txBody>
      </p:sp>
      <p:sp>
        <p:nvSpPr>
          <p:cNvPr id="18442" name="Text Box 10"/>
          <p:cNvSpPr txBox="1">
            <a:spLocks noChangeArrowheads="1"/>
          </p:cNvSpPr>
          <p:nvPr>
            <p:custDataLst>
              <p:tags r:id="rId3"/>
            </p:custDataLst>
          </p:nvPr>
        </p:nvSpPr>
        <p:spPr bwMode="auto">
          <a:xfrm>
            <a:off x="4490674" y="1335156"/>
            <a:ext cx="3968208" cy="485622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oAutofit/>
          </a:bodyP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r>
              <a:rPr lang="en-US" altLang="zh-CN" sz="2100" dirty="0">
                <a:solidFill>
                  <a:schemeClr val="bg2">
                    <a:lumMod val="50000"/>
                  </a:schemeClr>
                </a:solidFill>
                <a:latin typeface="+mn-lt"/>
                <a:ea typeface="+mn-ea"/>
                <a:sym typeface="Arial" pitchFamily="34" charset="0"/>
              </a:rPr>
              <a:t>   </a:t>
            </a:r>
            <a:r>
              <a:rPr lang="zh-CN" altLang="en-US" sz="2100" dirty="0">
                <a:solidFill>
                  <a:schemeClr val="bg2">
                    <a:lumMod val="50000"/>
                  </a:schemeClr>
                </a:solidFill>
                <a:latin typeface="+mn-lt"/>
                <a:ea typeface="+mn-ea"/>
                <a:sym typeface="Arial" pitchFamily="34" charset="0"/>
              </a:rPr>
              <a:t>这是一首单一形象的音乐作品。全曲自始至终贯穿在愤怒和悲痛的情绪之中。</a:t>
            </a:r>
            <a:endParaRPr lang="zh-CN" altLang="en-US" sz="2100" dirty="0">
              <a:solidFill>
                <a:schemeClr val="bg2">
                  <a:lumMod val="50000"/>
                </a:schemeClr>
              </a:solidFill>
              <a:latin typeface="+mn-lt"/>
              <a:ea typeface="+mn-ea"/>
              <a:sym typeface="Arial" pitchFamily="34" charset="0"/>
            </a:endParaRPr>
          </a:p>
          <a:p>
            <a:pPr eaLnBrk="1" hangingPunct="1"/>
            <a:r>
              <a:rPr lang="zh-CN" altLang="en-US" sz="2100" dirty="0">
                <a:solidFill>
                  <a:schemeClr val="bg2">
                    <a:lumMod val="50000"/>
                  </a:schemeClr>
                </a:solidFill>
                <a:latin typeface="+mn-lt"/>
                <a:ea typeface="+mn-ea"/>
                <a:sym typeface="Arial" pitchFamily="34" charset="0"/>
              </a:rPr>
              <a:t>    整个音乐形象是通过左手奔腾的音流和右手刚毅的曲调相结合而体现出来的。</a:t>
            </a:r>
            <a:endParaRPr lang="zh-CN" altLang="en-US" sz="2100" dirty="0">
              <a:solidFill>
                <a:schemeClr val="bg2">
                  <a:lumMod val="50000"/>
                </a:schemeClr>
              </a:solidFill>
              <a:latin typeface="+mn-lt"/>
              <a:ea typeface="+mn-ea"/>
              <a:sym typeface="Arial" pitchFamily="34" charset="0"/>
            </a:endParaRPr>
          </a:p>
          <a:p>
            <a:pPr eaLnBrk="1" hangingPunct="1"/>
            <a:r>
              <a:rPr lang="zh-CN" altLang="en-US" sz="2100" dirty="0">
                <a:solidFill>
                  <a:schemeClr val="bg2">
                    <a:lumMod val="50000"/>
                  </a:schemeClr>
                </a:solidFill>
                <a:latin typeface="+mn-lt"/>
                <a:ea typeface="+mn-ea"/>
                <a:sym typeface="Arial" pitchFamily="34" charset="0"/>
              </a:rPr>
              <a:t>    主题后半部分具有明显的宣叙调特点。</a:t>
            </a:r>
            <a:endParaRPr lang="zh-CN" altLang="en-US" sz="2100" dirty="0">
              <a:solidFill>
                <a:schemeClr val="bg2">
                  <a:lumMod val="50000"/>
                </a:schemeClr>
              </a:solidFill>
              <a:latin typeface="+mn-lt"/>
              <a:ea typeface="+mn-ea"/>
              <a:sym typeface="Arial" pitchFamily="34" charset="0"/>
            </a:endParaRPr>
          </a:p>
          <a:p>
            <a:pPr eaLnBrk="1" hangingPunct="1"/>
            <a:r>
              <a:rPr lang="zh-CN" altLang="en-US" sz="2100" dirty="0">
                <a:solidFill>
                  <a:schemeClr val="bg2">
                    <a:lumMod val="50000"/>
                  </a:schemeClr>
                </a:solidFill>
                <a:latin typeface="+mn-lt"/>
                <a:ea typeface="+mn-ea"/>
                <a:sym typeface="Arial" pitchFamily="34" charset="0"/>
              </a:rPr>
              <a:t>    乐曲中段，附点节奏级进上行的呐喊式的音调，在急骤起伏的伴奏声中一再重现，使乐曲情绪越来越激昂。</a:t>
            </a:r>
            <a:endParaRPr lang="zh-CN" altLang="en-US" sz="2100" dirty="0">
              <a:solidFill>
                <a:schemeClr val="bg2">
                  <a:lumMod val="50000"/>
                </a:schemeClr>
              </a:solidFill>
              <a:latin typeface="+mn-lt"/>
              <a:ea typeface="+mn-ea"/>
              <a:sym typeface="Arial" pitchFamily="34" charset="0"/>
            </a:endParaRPr>
          </a:p>
          <a:p>
            <a:pPr eaLnBrk="1" hangingPunct="1"/>
            <a:r>
              <a:rPr lang="zh-CN" altLang="en-US" sz="2100" dirty="0">
                <a:solidFill>
                  <a:schemeClr val="bg2">
                    <a:lumMod val="50000"/>
                  </a:schemeClr>
                </a:solidFill>
                <a:latin typeface="+mn-lt"/>
                <a:ea typeface="+mn-ea"/>
                <a:sym typeface="Arial" pitchFamily="34" charset="0"/>
              </a:rPr>
              <a:t>    尾声出现了蕴含悲痛的曲调，寄托了沉深的忧郁和哀思</a:t>
            </a:r>
            <a:r>
              <a:rPr lang="zh-CN" altLang="en-US" sz="2100" dirty="0">
                <a:solidFill>
                  <a:schemeClr val="bg2"/>
                </a:solidFill>
                <a:latin typeface="+mn-lt"/>
                <a:ea typeface="+mn-ea"/>
                <a:sym typeface="Arial" pitchFamily="34" charset="0"/>
              </a:rPr>
              <a:t>。</a:t>
            </a:r>
            <a:endParaRPr lang="zh-CN" altLang="en-US" sz="2100" dirty="0">
              <a:solidFill>
                <a:schemeClr val="bg2"/>
              </a:solidFill>
              <a:latin typeface="+mn-lt"/>
              <a:ea typeface="+mn-ea"/>
              <a:sym typeface="Arial" pitchFamily="34" charset="0"/>
            </a:endParaRPr>
          </a:p>
        </p:txBody>
      </p:sp>
      <p:pic>
        <p:nvPicPr>
          <p:cNvPr id="2" name="图片 1" descr="ISMNM201806587_2"/>
          <p:cNvPicPr>
            <a:picLocks noChangeAspect="1"/>
          </p:cNvPicPr>
          <p:nvPr/>
        </p:nvPicPr>
        <p:blipFill>
          <a:blip r:embed="rId4"/>
          <a:stretch>
            <a:fillRect/>
          </a:stretch>
        </p:blipFill>
        <p:spPr>
          <a:xfrm>
            <a:off x="334645" y="593090"/>
            <a:ext cx="3835400" cy="5577205"/>
          </a:xfrm>
          <a:prstGeom prst="rect">
            <a:avLst/>
          </a:prstGeom>
        </p:spPr>
      </p:pic>
    </p:spTree>
    <p:custDataLst>
      <p:tags r:id="rId5"/>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8437"/>
                                        </p:tgtEl>
                                        <p:attrNameLst>
                                          <p:attrName>style.visibility</p:attrName>
                                        </p:attrNameLst>
                                      </p:cBhvr>
                                      <p:to>
                                        <p:strVal val="visible"/>
                                      </p:to>
                                    </p:set>
                                    <p:animEffect transition="in" filter="fade">
                                      <p:cBhvr>
                                        <p:cTn id="12" dur="500"/>
                                        <p:tgtEl>
                                          <p:spTgt spid="18437"/>
                                        </p:tgtEl>
                                      </p:cBhvr>
                                    </p:animEffect>
                                  </p:childTnLst>
                                </p:cTn>
                              </p:par>
                            </p:childTnLst>
                          </p:cTn>
                        </p:par>
                        <p:par>
                          <p:cTn id="13" fill="hold">
                            <p:stCondLst>
                              <p:cond delay="500"/>
                            </p:stCondLst>
                            <p:childTnLst>
                              <p:par>
                                <p:cTn id="14" presetID="22" presetClass="entr" presetSubtype="8" fill="hold" nodeType="afterEffect">
                                  <p:stCondLst>
                                    <p:cond delay="0"/>
                                  </p:stCondLst>
                                  <p:childTnLst>
                                    <p:set>
                                      <p:cBhvr>
                                        <p:cTn id="15" dur="1" fill="hold">
                                          <p:stCondLst>
                                            <p:cond delay="0"/>
                                          </p:stCondLst>
                                        </p:cTn>
                                        <p:tgtEl>
                                          <p:spTgt spid="18439"/>
                                        </p:tgtEl>
                                        <p:attrNameLst>
                                          <p:attrName>style.visibility</p:attrName>
                                        </p:attrNameLst>
                                      </p:cBhvr>
                                      <p:to>
                                        <p:strVal val="visible"/>
                                      </p:to>
                                    </p:set>
                                    <p:animEffect transition="in" filter="wipe(left)">
                                      <p:cBhvr>
                                        <p:cTn id="16" dur="500"/>
                                        <p:tgtEl>
                                          <p:spTgt spid="18439"/>
                                        </p:tgtEl>
                                      </p:cBhvr>
                                    </p:animEffect>
                                  </p:childTnLst>
                                </p:cTn>
                              </p:par>
                            </p:childTnLst>
                          </p:cTn>
                        </p:par>
                        <p:par>
                          <p:cTn id="17" fill="hold">
                            <p:stCondLst>
                              <p:cond delay="1000"/>
                            </p:stCondLst>
                            <p:childTnLst>
                              <p:par>
                                <p:cTn id="18" presetID="22" presetClass="entr" presetSubtype="8" fill="hold" nodeType="afterEffect">
                                  <p:stCondLst>
                                    <p:cond delay="0"/>
                                  </p:stCondLst>
                                  <p:childTnLst>
                                    <p:set>
                                      <p:cBhvr>
                                        <p:cTn id="19" dur="1" fill="hold">
                                          <p:stCondLst>
                                            <p:cond delay="0"/>
                                          </p:stCondLst>
                                        </p:cTn>
                                        <p:tgtEl>
                                          <p:spTgt spid="18442">
                                            <p:txEl>
                                              <p:pRg st="0" end="0"/>
                                            </p:txEl>
                                          </p:spTgt>
                                        </p:tgtEl>
                                        <p:attrNameLst>
                                          <p:attrName>style.visibility</p:attrName>
                                        </p:attrNameLst>
                                      </p:cBhvr>
                                      <p:to>
                                        <p:strVal val="visible"/>
                                      </p:to>
                                    </p:set>
                                    <p:animEffect transition="in" filter="wipe(left)">
                                      <p:cBhvr>
                                        <p:cTn id="20" dur="500"/>
                                        <p:tgtEl>
                                          <p:spTgt spid="18442">
                                            <p:txEl>
                                              <p:pRg st="0" end="0"/>
                                            </p:txEl>
                                          </p:spTgt>
                                        </p:tgtEl>
                                      </p:cBhvr>
                                    </p:animEffect>
                                  </p:childTnLst>
                                </p:cTn>
                              </p:par>
                            </p:childTnLst>
                          </p:cTn>
                        </p:par>
                        <p:par>
                          <p:cTn id="21" fill="hold">
                            <p:stCondLst>
                              <p:cond delay="1500"/>
                            </p:stCondLst>
                            <p:childTnLst>
                              <p:par>
                                <p:cTn id="22" presetID="22" presetClass="entr" presetSubtype="8" fill="hold" nodeType="afterEffect">
                                  <p:stCondLst>
                                    <p:cond delay="0"/>
                                  </p:stCondLst>
                                  <p:childTnLst>
                                    <p:set>
                                      <p:cBhvr>
                                        <p:cTn id="23" dur="1" fill="hold">
                                          <p:stCondLst>
                                            <p:cond delay="0"/>
                                          </p:stCondLst>
                                        </p:cTn>
                                        <p:tgtEl>
                                          <p:spTgt spid="18442">
                                            <p:txEl>
                                              <p:pRg st="1" end="1"/>
                                            </p:txEl>
                                          </p:spTgt>
                                        </p:tgtEl>
                                        <p:attrNameLst>
                                          <p:attrName>style.visibility</p:attrName>
                                        </p:attrNameLst>
                                      </p:cBhvr>
                                      <p:to>
                                        <p:strVal val="visible"/>
                                      </p:to>
                                    </p:set>
                                    <p:animEffect transition="in" filter="wipe(left)">
                                      <p:cBhvr>
                                        <p:cTn id="24" dur="500"/>
                                        <p:tgtEl>
                                          <p:spTgt spid="18442">
                                            <p:txEl>
                                              <p:pRg st="1" end="1"/>
                                            </p:txEl>
                                          </p:spTgt>
                                        </p:tgtEl>
                                      </p:cBhvr>
                                    </p:animEffect>
                                  </p:childTnLst>
                                </p:cTn>
                              </p:par>
                            </p:childTnLst>
                          </p:cTn>
                        </p:par>
                        <p:par>
                          <p:cTn id="25" fill="hold">
                            <p:stCondLst>
                              <p:cond delay="2000"/>
                            </p:stCondLst>
                            <p:childTnLst>
                              <p:par>
                                <p:cTn id="26" presetID="22" presetClass="entr" presetSubtype="8" fill="hold" nodeType="afterEffect">
                                  <p:stCondLst>
                                    <p:cond delay="0"/>
                                  </p:stCondLst>
                                  <p:childTnLst>
                                    <p:set>
                                      <p:cBhvr>
                                        <p:cTn id="27" dur="1" fill="hold">
                                          <p:stCondLst>
                                            <p:cond delay="0"/>
                                          </p:stCondLst>
                                        </p:cTn>
                                        <p:tgtEl>
                                          <p:spTgt spid="18442">
                                            <p:txEl>
                                              <p:pRg st="2" end="2"/>
                                            </p:txEl>
                                          </p:spTgt>
                                        </p:tgtEl>
                                        <p:attrNameLst>
                                          <p:attrName>style.visibility</p:attrName>
                                        </p:attrNameLst>
                                      </p:cBhvr>
                                      <p:to>
                                        <p:strVal val="visible"/>
                                      </p:to>
                                    </p:set>
                                    <p:animEffect transition="in" filter="wipe(left)">
                                      <p:cBhvr>
                                        <p:cTn id="28" dur="500"/>
                                        <p:tgtEl>
                                          <p:spTgt spid="18442">
                                            <p:txEl>
                                              <p:pRg st="2" end="2"/>
                                            </p:txEl>
                                          </p:spTgt>
                                        </p:tgtEl>
                                      </p:cBhvr>
                                    </p:animEffect>
                                  </p:childTnLst>
                                </p:cTn>
                              </p:par>
                            </p:childTnLst>
                          </p:cTn>
                        </p:par>
                        <p:par>
                          <p:cTn id="29" fill="hold">
                            <p:stCondLst>
                              <p:cond delay="2500"/>
                            </p:stCondLst>
                            <p:childTnLst>
                              <p:par>
                                <p:cTn id="30" presetID="22" presetClass="entr" presetSubtype="8" fill="hold" nodeType="afterEffect">
                                  <p:stCondLst>
                                    <p:cond delay="0"/>
                                  </p:stCondLst>
                                  <p:childTnLst>
                                    <p:set>
                                      <p:cBhvr>
                                        <p:cTn id="31" dur="1" fill="hold">
                                          <p:stCondLst>
                                            <p:cond delay="0"/>
                                          </p:stCondLst>
                                        </p:cTn>
                                        <p:tgtEl>
                                          <p:spTgt spid="18442">
                                            <p:txEl>
                                              <p:pRg st="3" end="3"/>
                                            </p:txEl>
                                          </p:spTgt>
                                        </p:tgtEl>
                                        <p:attrNameLst>
                                          <p:attrName>style.visibility</p:attrName>
                                        </p:attrNameLst>
                                      </p:cBhvr>
                                      <p:to>
                                        <p:strVal val="visible"/>
                                      </p:to>
                                    </p:set>
                                    <p:animEffect transition="in" filter="wipe(left)">
                                      <p:cBhvr>
                                        <p:cTn id="32" dur="500"/>
                                        <p:tgtEl>
                                          <p:spTgt spid="18442">
                                            <p:txEl>
                                              <p:pRg st="3" end="3"/>
                                            </p:txEl>
                                          </p:spTgt>
                                        </p:tgtEl>
                                      </p:cBhvr>
                                    </p:animEffect>
                                  </p:childTnLst>
                                </p:cTn>
                              </p:par>
                            </p:childTnLst>
                          </p:cTn>
                        </p:par>
                        <p:par>
                          <p:cTn id="33" fill="hold">
                            <p:stCondLst>
                              <p:cond delay="3000"/>
                            </p:stCondLst>
                            <p:childTnLst>
                              <p:par>
                                <p:cTn id="34" presetID="22" presetClass="entr" presetSubtype="8" fill="hold" nodeType="afterEffect">
                                  <p:stCondLst>
                                    <p:cond delay="0"/>
                                  </p:stCondLst>
                                  <p:childTnLst>
                                    <p:set>
                                      <p:cBhvr>
                                        <p:cTn id="35" dur="1" fill="hold">
                                          <p:stCondLst>
                                            <p:cond delay="0"/>
                                          </p:stCondLst>
                                        </p:cTn>
                                        <p:tgtEl>
                                          <p:spTgt spid="18442">
                                            <p:txEl>
                                              <p:pRg st="4" end="4"/>
                                            </p:txEl>
                                          </p:spTgt>
                                        </p:tgtEl>
                                        <p:attrNameLst>
                                          <p:attrName>style.visibility</p:attrName>
                                        </p:attrNameLst>
                                      </p:cBhvr>
                                      <p:to>
                                        <p:strVal val="visible"/>
                                      </p:to>
                                    </p:set>
                                    <p:animEffect transition="in" filter="wipe(left)">
                                      <p:cBhvr>
                                        <p:cTn id="36" dur="500"/>
                                        <p:tgtEl>
                                          <p:spTgt spid="1844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437" grpId="0" bldLvl="0" animBg="1"/>
    </p:bldLst>
  </p:timing>
</p:sld>
</file>

<file path=ppt/slides/slide6.xml><?xml version="1.0" encoding="utf-8"?>
<p:sld xmlns:a="http://schemas.openxmlformats.org/drawingml/2006/main" xmlns:r="http://schemas.openxmlformats.org/officeDocument/2006/relationships" xmlns:p="http://schemas.openxmlformats.org/presentationml/2006/main">
  <p:cSld>
    <p:bg>
      <p:bgPr>
        <a:blipFill rotWithShape="1">
          <a:blip r:embed="rId1"/>
          <a:stretch>
            <a:fillRect/>
          </a:stretch>
        </a:blipFill>
        <a:effectLst/>
      </p:bgPr>
    </p:bg>
    <p:spTree>
      <p:nvGrpSpPr>
        <p:cNvPr id="1" name=""/>
        <p:cNvGrpSpPr/>
        <p:nvPr/>
      </p:nvGrpSpPr>
      <p:grpSpPr/>
      <p:grpSp>
        <p:nvGrpSpPr>
          <p:cNvPr id="7172" name="Group 4"/>
          <p:cNvGrpSpPr/>
          <p:nvPr>
            <p:custDataLst>
              <p:tags r:id="rId2"/>
            </p:custDataLst>
          </p:nvPr>
        </p:nvGrpSpPr>
        <p:grpSpPr bwMode="auto">
          <a:xfrm>
            <a:off x="5843905" y="-4763"/>
            <a:ext cx="3294064" cy="6867526"/>
            <a:chOff x="0" y="0"/>
            <a:chExt cx="5188" cy="10816"/>
          </a:xfrm>
        </p:grpSpPr>
        <p:sp>
          <p:nvSpPr>
            <p:cNvPr id="7177" name="AutoShape 5"/>
            <p:cNvSpPr>
              <a:spLocks noChangeArrowheads="1"/>
            </p:cNvSpPr>
            <p:nvPr>
              <p:custDataLst>
                <p:tags r:id="rId3"/>
              </p:custDataLst>
            </p:nvPr>
          </p:nvSpPr>
          <p:spPr bwMode="auto">
            <a:xfrm flipH="1">
              <a:off x="0" y="0"/>
              <a:ext cx="5188" cy="10816"/>
            </a:xfrm>
            <a:prstGeom prst="rtTriangle">
              <a:avLst/>
            </a:prstGeom>
            <a:solidFill>
              <a:schemeClr val="accent1"/>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nchor="ct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endParaRPr lang="zh-CN" altLang="zh-CN"/>
            </a:p>
          </p:txBody>
        </p:sp>
        <p:sp>
          <p:nvSpPr>
            <p:cNvPr id="7178" name="AutoShape 6"/>
            <p:cNvSpPr>
              <a:spLocks noChangeArrowheads="1"/>
            </p:cNvSpPr>
            <p:nvPr>
              <p:custDataLst>
                <p:tags r:id="rId4"/>
              </p:custDataLst>
            </p:nvPr>
          </p:nvSpPr>
          <p:spPr bwMode="auto">
            <a:xfrm rot="10800000">
              <a:off x="426" y="17"/>
              <a:ext cx="4760" cy="4753"/>
            </a:xfrm>
            <a:prstGeom prst="rtTriangle">
              <a:avLst/>
            </a:prstGeom>
            <a:solidFill>
              <a:schemeClr val="accent1">
                <a:lumMod val="60000"/>
                <a:lumOff val="40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170" tIns="46990" rIns="90170" bIns="46990" anchor="ct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endParaRPr lang="zh-CN" altLang="en-US"/>
            </a:p>
          </p:txBody>
        </p:sp>
      </p:grpSp>
      <p:sp>
        <p:nvSpPr>
          <p:cNvPr id="2" name="文本框 1"/>
          <p:cNvSpPr txBox="1"/>
          <p:nvPr/>
        </p:nvSpPr>
        <p:spPr>
          <a:xfrm>
            <a:off x="1040765" y="590550"/>
            <a:ext cx="2640965" cy="579120"/>
          </a:xfrm>
          <a:prstGeom prst="rect">
            <a:avLst/>
          </a:prstGeom>
          <a:solidFill>
            <a:schemeClr val="bg1"/>
          </a:solidFill>
        </p:spPr>
        <p:txBody>
          <a:bodyPr wrap="square" rtlCol="0">
            <a:spAutoFit/>
          </a:bodyPr>
          <a:p>
            <a:r>
              <a:rPr lang="zh-CN" altLang="en-US" sz="3200">
                <a:solidFill>
                  <a:schemeClr val="tx2"/>
                </a:solidFill>
              </a:rPr>
              <a:t>乐曲历史背景</a:t>
            </a:r>
            <a:endParaRPr lang="zh-CN" altLang="en-US" sz="3200">
              <a:solidFill>
                <a:schemeClr val="tx2"/>
              </a:solidFill>
            </a:endParaRPr>
          </a:p>
        </p:txBody>
      </p:sp>
      <p:sp>
        <p:nvSpPr>
          <p:cNvPr id="3" name="文本框 2"/>
          <p:cNvSpPr txBox="1"/>
          <p:nvPr/>
        </p:nvSpPr>
        <p:spPr>
          <a:xfrm>
            <a:off x="635635" y="1450340"/>
            <a:ext cx="5559425" cy="4206240"/>
          </a:xfrm>
          <a:prstGeom prst="rect">
            <a:avLst/>
          </a:prstGeom>
          <a:noFill/>
        </p:spPr>
        <p:txBody>
          <a:bodyPr wrap="square" rtlCol="0">
            <a:spAutoFit/>
          </a:bodyPr>
          <a:p>
            <a:r>
              <a:rPr lang="zh-CN" altLang="en-US">
                <a:solidFill>
                  <a:schemeClr val="bg1"/>
                </a:solidFill>
              </a:rPr>
              <a:t>19世纪初，波兰遭到欧洲列强的瓜分，有十分之九的领土落到了沙皇俄国的手里。波兰人民从此陷入了被欺凌、被压迫的深渊。年轻而富有才华的音乐家肖邦，满怀悲愤，不得不离开自己的祖国。</a:t>
            </a:r>
            <a:endParaRPr lang="zh-CN" altLang="en-US">
              <a:solidFill>
                <a:schemeClr val="bg1"/>
              </a:solidFill>
            </a:endParaRPr>
          </a:p>
          <a:p>
            <a:endParaRPr lang="zh-CN" altLang="en-US">
              <a:solidFill>
                <a:schemeClr val="bg1"/>
              </a:solidFill>
            </a:endParaRPr>
          </a:p>
          <a:p>
            <a:r>
              <a:rPr lang="zh-CN" altLang="en-US">
                <a:solidFill>
                  <a:schemeClr val="bg1"/>
                </a:solidFill>
              </a:rPr>
              <a:t> 就在他离开祖国的那几天，华沙爆发了反抗沙俄统治的起义。可是，没过多久，起义失败了。肖邦得知这一消息，悲愤欲绝。他将自己的一腔热血化成了音符，写下了著名的《革命进行曲》。那催人奋起的旋律，表现了波兰人民的呐喊与抗争。</a:t>
            </a:r>
            <a:endParaRPr lang="zh-CN" altLang="en-US">
              <a:solidFill>
                <a:schemeClr val="bg1"/>
              </a:solidFill>
            </a:endParaRPr>
          </a:p>
          <a:p>
            <a:r>
              <a:rPr lang="zh-CN" altLang="en-US">
                <a:solidFill>
                  <a:schemeClr val="bg1"/>
                </a:solidFill>
              </a:rPr>
              <a:t>  </a:t>
            </a:r>
            <a:endParaRPr lang="zh-CN" altLang="en-US">
              <a:solidFill>
                <a:schemeClr val="bg1"/>
              </a:solidFill>
            </a:endParaRPr>
          </a:p>
          <a:p>
            <a:r>
              <a:rPr lang="zh-CN" altLang="en-US">
                <a:solidFill>
                  <a:schemeClr val="bg1"/>
                </a:solidFill>
                <a:sym typeface="+mn-ea"/>
              </a:rPr>
              <a:t>肖邦日夜思念着祖国。他把亡国的痛苦和对祖国前途的忧虑，全部倾注在自己的音乐创作之中。他勉励自己要工作、工作、再工作。他常常把自己关在幽暗的房间里，点上一支蜡烛，彻夜地作曲、弹琴。</a:t>
            </a:r>
            <a:endParaRPr lang="zh-CN" altLang="en-US">
              <a:solidFill>
                <a:schemeClr val="bg1"/>
              </a:solidFill>
            </a:endParaRPr>
          </a:p>
        </p:txBody>
      </p:sp>
    </p:spTree>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nodeType="afterEffect">
                                  <p:stCondLst>
                                    <p:cond delay="0"/>
                                  </p:stCondLst>
                                  <p:childTnLst>
                                    <p:set>
                                      <p:cBhvr>
                                        <p:cTn id="6" dur="1" fill="hold">
                                          <p:stCondLst>
                                            <p:cond delay="0"/>
                                          </p:stCondLst>
                                        </p:cTn>
                                        <p:tgtEl>
                                          <p:spTgt spid="7172"/>
                                        </p:tgtEl>
                                        <p:attrNameLst>
                                          <p:attrName>style.visibility</p:attrName>
                                        </p:attrNameLst>
                                      </p:cBhvr>
                                      <p:to>
                                        <p:strVal val="visible"/>
                                      </p:to>
                                    </p:set>
                                    <p:animEffect transition="in" filter="wipe(down)">
                                      <p:cBhvr>
                                        <p:cTn id="7" dur="500"/>
                                        <p:tgtEl>
                                          <p:spTgt spid="717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fade">
                                      <p:cBhvr>
                                        <p:cTn id="12" dur="10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7" name="Rectangle 7"/>
          <p:cNvSpPr>
            <a:spLocks noChangeArrowheads="1"/>
          </p:cNvSpPr>
          <p:nvPr>
            <p:custDataLst>
              <p:tags r:id="rId1"/>
            </p:custDataLst>
          </p:nvPr>
        </p:nvSpPr>
        <p:spPr bwMode="auto">
          <a:xfrm>
            <a:off x="543832" y="1086439"/>
            <a:ext cx="993503" cy="993503"/>
          </a:xfrm>
          <a:prstGeom prst="rect">
            <a:avLst/>
          </a:prstGeom>
          <a:solidFill>
            <a:srgbClr val="000000">
              <a:alpha val="59999"/>
            </a:srgb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endParaRPr lang="zh-CN" altLang="zh-CN">
              <a:latin typeface="+mn-lt"/>
              <a:ea typeface="+mn-ea"/>
              <a:sym typeface="Arial" pitchFamily="34" charset="0"/>
            </a:endParaRPr>
          </a:p>
        </p:txBody>
      </p:sp>
      <p:sp>
        <p:nvSpPr>
          <p:cNvPr id="25608" name="Rectangle 8"/>
          <p:cNvSpPr>
            <a:spLocks noChangeArrowheads="1"/>
          </p:cNvSpPr>
          <p:nvPr>
            <p:custDataLst>
              <p:tags r:id="rId2"/>
            </p:custDataLst>
          </p:nvPr>
        </p:nvSpPr>
        <p:spPr bwMode="auto">
          <a:xfrm>
            <a:off x="1537335" y="2067561"/>
            <a:ext cx="993503" cy="993503"/>
          </a:xfrm>
          <a:prstGeom prst="rect">
            <a:avLst/>
          </a:prstGeom>
          <a:solidFill>
            <a:schemeClr val="folHlink"/>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endParaRPr lang="zh-CN" altLang="en-US">
              <a:latin typeface="+mn-lt"/>
              <a:ea typeface="+mn-ea"/>
              <a:sym typeface="Arial" pitchFamily="34" charset="0"/>
            </a:endParaRPr>
          </a:p>
        </p:txBody>
      </p:sp>
      <p:sp>
        <p:nvSpPr>
          <p:cNvPr id="4" name="文本框 3"/>
          <p:cNvSpPr txBox="1"/>
          <p:nvPr/>
        </p:nvSpPr>
        <p:spPr>
          <a:xfrm>
            <a:off x="2843530" y="995045"/>
            <a:ext cx="5408930" cy="2560320"/>
          </a:xfrm>
          <a:prstGeom prst="rect">
            <a:avLst/>
          </a:prstGeom>
          <a:noFill/>
        </p:spPr>
        <p:txBody>
          <a:bodyPr wrap="square" rtlCol="0">
            <a:spAutoFit/>
            <a:scene3d>
              <a:camera prst="orthographicFront"/>
              <a:lightRig rig="threePt" dir="t"/>
            </a:scene3d>
          </a:bodyPr>
          <a:p>
            <a:r>
              <a:rPr lang="zh-CN" altLang="en-US"/>
              <a:t> </a:t>
            </a:r>
            <a:r>
              <a:rPr lang="zh-CN" altLang="en-US">
                <a:solidFill>
                  <a:schemeClr val="tx2"/>
                </a:solidFill>
                <a:effectLst>
                  <a:outerShdw blurRad="38100" dist="25400" dir="5400000" algn="ctr" rotWithShape="0">
                    <a:srgbClr val="6E747A">
                      <a:alpha val="43000"/>
                    </a:srgbClr>
                  </a:outerShdw>
                </a:effectLst>
              </a:rPr>
              <a:t>肖邦在法国巴黎一住就是18年。为了祖国，也为了生计，肖邦四处奔波。疲劳加上忧愤，使肖邦原来的肺结核病又复发了。1849年10月，他终于躺倒在病床上。弥留之际，肖邦紧紧握着姐姐路德维卡的手，喃喃地说：“我死后，请把我的心脏带回去，我要长眠在祖国的地下。”</a:t>
            </a:r>
            <a:endParaRPr lang="zh-CN" altLang="en-US">
              <a:solidFill>
                <a:schemeClr val="tx2"/>
              </a:solidFill>
              <a:effectLst>
                <a:outerShdw blurRad="38100" dist="25400" dir="5400000" algn="ctr" rotWithShape="0">
                  <a:srgbClr val="6E747A">
                    <a:alpha val="43000"/>
                  </a:srgbClr>
                </a:outerShdw>
              </a:effectLst>
            </a:endParaRPr>
          </a:p>
          <a:p>
            <a:r>
              <a:rPr lang="zh-CN" altLang="en-US">
                <a:solidFill>
                  <a:schemeClr val="tx2"/>
                </a:solidFill>
                <a:effectLst>
                  <a:outerShdw blurRad="38100" dist="25400" dir="5400000" algn="ctr" rotWithShape="0">
                    <a:srgbClr val="6E747A">
                      <a:alpha val="43000"/>
                    </a:srgbClr>
                  </a:outerShdw>
                </a:effectLst>
              </a:rPr>
              <a:t>  </a:t>
            </a:r>
            <a:endParaRPr lang="zh-CN" altLang="en-US">
              <a:solidFill>
                <a:schemeClr val="tx2"/>
              </a:solidFill>
              <a:effectLst>
                <a:outerShdw blurRad="38100" dist="25400" dir="5400000" algn="ctr" rotWithShape="0">
                  <a:srgbClr val="6E747A">
                    <a:alpha val="43000"/>
                  </a:srgbClr>
                </a:outerShdw>
              </a:effectLst>
            </a:endParaRPr>
          </a:p>
          <a:p>
            <a:r>
              <a:rPr lang="zh-CN" altLang="en-US">
                <a:solidFill>
                  <a:schemeClr val="tx2"/>
                </a:solidFill>
                <a:effectLst>
                  <a:outerShdw blurRad="38100" dist="25400" dir="5400000" algn="ctr" rotWithShape="0">
                    <a:srgbClr val="6E747A">
                      <a:alpha val="43000"/>
                    </a:srgbClr>
                  </a:outerShdw>
                </a:effectLst>
              </a:rPr>
              <a:t> 肖邦就是这样带着亡国之恨在异国他乡与世长辞了。当时他才39岁。</a:t>
            </a:r>
            <a:endParaRPr lang="zh-CN" altLang="en-US">
              <a:solidFill>
                <a:schemeClr val="tx2"/>
              </a:solidFill>
              <a:effectLst>
                <a:outerShdw blurRad="38100" dist="25400" dir="5400000" algn="ctr" rotWithShape="0">
                  <a:srgbClr val="6E747A">
                    <a:alpha val="43000"/>
                  </a:srgbClr>
                </a:outerShdw>
              </a:effectLst>
            </a:endParaRPr>
          </a:p>
        </p:txBody>
      </p:sp>
      <p:pic>
        <p:nvPicPr>
          <p:cNvPr id="5" name="图片 4" descr="308771c3972047b1a736dd9e76893c52"/>
          <p:cNvPicPr>
            <a:picLocks noChangeAspect="1"/>
          </p:cNvPicPr>
          <p:nvPr/>
        </p:nvPicPr>
        <p:blipFill>
          <a:blip r:embed="rId3"/>
          <a:stretch>
            <a:fillRect/>
          </a:stretch>
        </p:blipFill>
        <p:spPr>
          <a:xfrm>
            <a:off x="479425" y="3738245"/>
            <a:ext cx="3747135" cy="2607310"/>
          </a:xfrm>
          <a:prstGeom prst="rect">
            <a:avLst/>
          </a:prstGeom>
        </p:spPr>
      </p:pic>
      <p:pic>
        <p:nvPicPr>
          <p:cNvPr id="6" name="图片 5" descr="20c92a8b9310173311c7f19717cd92f1"/>
          <p:cNvPicPr>
            <a:picLocks noChangeAspect="1"/>
          </p:cNvPicPr>
          <p:nvPr/>
        </p:nvPicPr>
        <p:blipFill>
          <a:blip r:embed="rId4"/>
          <a:stretch>
            <a:fillRect/>
          </a:stretch>
        </p:blipFill>
        <p:spPr>
          <a:xfrm>
            <a:off x="4655820" y="3746500"/>
            <a:ext cx="3652520" cy="2635250"/>
          </a:xfrm>
          <a:prstGeom prst="rect">
            <a:avLst/>
          </a:prstGeom>
        </p:spPr>
      </p:pic>
    </p:spTree>
    <p:custDataLst>
      <p:tags r:id="rId5"/>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grpId="0" nodeType="afterEffect">
                                  <p:stCondLst>
                                    <p:cond delay="0"/>
                                  </p:stCondLst>
                                  <p:childTnLst>
                                    <p:set>
                                      <p:cBhvr>
                                        <p:cTn id="6" dur="1" fill="hold">
                                          <p:stCondLst>
                                            <p:cond delay="0"/>
                                          </p:stCondLst>
                                        </p:cTn>
                                        <p:tgtEl>
                                          <p:spTgt spid="25607"/>
                                        </p:tgtEl>
                                        <p:attrNameLst>
                                          <p:attrName>style.visibility</p:attrName>
                                        </p:attrNameLst>
                                      </p:cBhvr>
                                      <p:to>
                                        <p:strVal val="visible"/>
                                      </p:to>
                                    </p:set>
                                    <p:animEffect transition="in" filter="wipe(left)">
                                      <p:cBhvr>
                                        <p:cTn id="7" dur="500"/>
                                        <p:tgtEl>
                                          <p:spTgt spid="25607"/>
                                        </p:tgtEl>
                                      </p:cBhvr>
                                    </p:animEffect>
                                  </p:childTnLst>
                                </p:cTn>
                              </p:par>
                              <p:par>
                                <p:cTn id="8" presetID="10" presetClass="entr" presetSubtype="0" fill="hold"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fade">
                                      <p:cBhvr>
                                        <p:cTn id="10" dur="500"/>
                                        <p:tgtEl>
                                          <p:spTgt spid="5"/>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25608"/>
                                        </p:tgtEl>
                                        <p:attrNameLst>
                                          <p:attrName>style.visibility</p:attrName>
                                        </p:attrNameLst>
                                      </p:cBhvr>
                                      <p:to>
                                        <p:strVal val="visible"/>
                                      </p:to>
                                    </p:set>
                                    <p:animEffect transition="in" filter="wipe(left)">
                                      <p:cBhvr>
                                        <p:cTn id="14" dur="500"/>
                                        <p:tgtEl>
                                          <p:spTgt spid="25608"/>
                                        </p:tgtEl>
                                      </p:cBhvr>
                                    </p:animEffect>
                                  </p:childTnLst>
                                </p:cTn>
                              </p:par>
                              <p:par>
                                <p:cTn id="15" presetID="10"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4"/>
                                        </p:tgtEl>
                                        <p:attrNameLst>
                                          <p:attrName>style.visibility</p:attrName>
                                        </p:attrNameLst>
                                      </p:cBhvr>
                                      <p:to>
                                        <p:strVal val="visible"/>
                                      </p:to>
                                    </p:set>
                                    <p:animEffect transition="in" filter="fade">
                                      <p:cBhvr>
                                        <p:cTn id="22"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7" grpId="0" animBg="1"/>
      <p:bldP spid="25608" grpId="0" animBg="1"/>
      <p:bldP spid="4"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4"/>
          <p:cNvPicPr>
            <a:picLocks noChangeAspect="1" noChangeArrowheads="1"/>
          </p:cNvPicPr>
          <p:nvPr>
            <p:custDataLst>
              <p:tags r:id="rId1"/>
            </p:custDataLst>
          </p:nvPr>
        </p:nvPicPr>
        <p:blipFill>
          <a:blip r:embed="rId2">
            <a:lum bright="-6000" contrast="-36000"/>
            <a:extLst>
              <a:ext uri="{28A0092B-C50C-407E-A947-70E740481C1C}">
                <a14:useLocalDpi xmlns:a14="http://schemas.microsoft.com/office/drawing/2010/main" val="0"/>
              </a:ext>
            </a:extLst>
          </a:blip>
          <a:srcRect/>
          <a:stretch>
            <a:fillRect/>
          </a:stretch>
        </p:blipFill>
        <p:spPr bwMode="auto">
          <a:xfrm>
            <a:off x="0" y="2014538"/>
            <a:ext cx="9144000" cy="28295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345" name="Rectangle 5"/>
          <p:cNvSpPr>
            <a:spLocks noChangeArrowheads="1"/>
          </p:cNvSpPr>
          <p:nvPr>
            <p:custDataLst>
              <p:tags r:id="rId3"/>
            </p:custDataLst>
          </p:nvPr>
        </p:nvSpPr>
        <p:spPr bwMode="auto">
          <a:xfrm>
            <a:off x="3175" y="2014538"/>
            <a:ext cx="3942080" cy="2829560"/>
          </a:xfrm>
          <a:prstGeom prst="rect">
            <a:avLst/>
          </a:prstGeom>
          <a:solidFill>
            <a:schemeClr val="accent1">
              <a:lumMod val="75000"/>
              <a:alpha val="52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endParaRPr lang="zh-CN" altLang="en-US"/>
          </a:p>
        </p:txBody>
      </p:sp>
      <p:sp>
        <p:nvSpPr>
          <p:cNvPr id="14342" name="AutoShape 8"/>
          <p:cNvSpPr>
            <a:spLocks noChangeArrowheads="1"/>
          </p:cNvSpPr>
          <p:nvPr>
            <p:custDataLst>
              <p:tags r:id="rId4"/>
            </p:custDataLst>
          </p:nvPr>
        </p:nvSpPr>
        <p:spPr bwMode="auto">
          <a:xfrm>
            <a:off x="3946208" y="2014538"/>
            <a:ext cx="2827337" cy="2828925"/>
          </a:xfrm>
          <a:prstGeom prst="rtTriangle">
            <a:avLst/>
          </a:prstGeom>
          <a:solidFill>
            <a:schemeClr val="accent1">
              <a:lumMod val="75000"/>
              <a:alpha val="52000"/>
            </a:schemeClr>
          </a:solidFill>
          <a:ln>
            <a:noFill/>
          </a:ln>
          <a:effectLst/>
          <a:extLs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nchor="ctr"/>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endParaRPr lang="zh-CN" altLang="en-US"/>
          </a:p>
        </p:txBody>
      </p:sp>
      <p:sp>
        <p:nvSpPr>
          <p:cNvPr id="14343" name="Text Box 9"/>
          <p:cNvSpPr txBox="1">
            <a:spLocks noChangeArrowheads="1"/>
          </p:cNvSpPr>
          <p:nvPr>
            <p:custDataLst>
              <p:tags r:id="rId5"/>
            </p:custDataLst>
          </p:nvPr>
        </p:nvSpPr>
        <p:spPr bwMode="auto">
          <a:xfrm>
            <a:off x="184785" y="2769235"/>
            <a:ext cx="4570730" cy="149479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170" tIns="46990" rIns="90170" bIns="46990"/>
          <a:lstStyle>
            <a:lvl1pPr>
              <a:buFont typeface="Arial" pitchFamily="34" charset="0"/>
              <a:defRPr>
                <a:solidFill>
                  <a:schemeClr val="tx1"/>
                </a:solidFill>
                <a:latin typeface="Arial" pitchFamily="34" charset="0"/>
                <a:ea typeface="黑体" pitchFamily="49" charset="-122"/>
              </a:defRPr>
            </a:lvl1pPr>
            <a:lvl2pPr marL="742950" indent="-285750">
              <a:buFont typeface="Arial" pitchFamily="34" charset="0"/>
              <a:defRPr>
                <a:solidFill>
                  <a:schemeClr val="tx1"/>
                </a:solidFill>
                <a:latin typeface="Arial" pitchFamily="34" charset="0"/>
                <a:ea typeface="黑体" pitchFamily="49" charset="-122"/>
              </a:defRPr>
            </a:lvl2pPr>
            <a:lvl3pPr marL="1143000" indent="-228600">
              <a:buFont typeface="Arial" pitchFamily="34" charset="0"/>
              <a:defRPr>
                <a:solidFill>
                  <a:schemeClr val="tx1"/>
                </a:solidFill>
                <a:latin typeface="Arial" pitchFamily="34" charset="0"/>
                <a:ea typeface="黑体" pitchFamily="49" charset="-122"/>
              </a:defRPr>
            </a:lvl3pPr>
            <a:lvl4pPr marL="1600200" indent="-228600">
              <a:buFont typeface="Arial" pitchFamily="34" charset="0"/>
              <a:defRPr>
                <a:solidFill>
                  <a:schemeClr val="tx1"/>
                </a:solidFill>
                <a:latin typeface="Arial" pitchFamily="34" charset="0"/>
                <a:ea typeface="黑体" pitchFamily="49" charset="-122"/>
              </a:defRPr>
            </a:lvl4pPr>
            <a:lvl5pPr marL="2057400" indent="-228600">
              <a:buFont typeface="Arial" pitchFamily="34" charset="0"/>
              <a:defRPr>
                <a:solidFill>
                  <a:schemeClr val="tx1"/>
                </a:solidFill>
                <a:latin typeface="Arial" pitchFamily="34" charset="0"/>
                <a:ea typeface="黑体" pitchFamily="49" charset="-122"/>
              </a:defRPr>
            </a:lvl5pPr>
            <a:lvl6pPr marL="25146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6pPr>
            <a:lvl7pPr marL="29718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7pPr>
            <a:lvl8pPr marL="34290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8pPr>
            <a:lvl9pPr marL="3886200" indent="-228600" eaLnBrk="0" fontAlgn="base" hangingPunct="0">
              <a:spcBef>
                <a:spcPct val="0"/>
              </a:spcBef>
              <a:spcAft>
                <a:spcPct val="0"/>
              </a:spcAft>
              <a:buFont typeface="Arial" pitchFamily="34" charset="0"/>
              <a:defRPr>
                <a:solidFill>
                  <a:schemeClr val="tx1"/>
                </a:solidFill>
                <a:latin typeface="Arial" pitchFamily="34" charset="0"/>
                <a:ea typeface="黑体" pitchFamily="49" charset="-122"/>
              </a:defRPr>
            </a:lvl9pPr>
          </a:lstStyle>
          <a:p>
            <a:pPr eaLnBrk="1" hangingPunct="1"/>
            <a:r>
              <a:rPr lang="zh-CN" altLang="en-US" sz="2800" dirty="0">
                <a:solidFill>
                  <a:schemeClr val="bg1"/>
                </a:solidFill>
                <a:latin typeface="+mn-lt"/>
                <a:ea typeface="+mn-ea"/>
                <a:sym typeface="Arial" pitchFamily="34" charset="0"/>
              </a:rPr>
              <a:t>一首曲子 包含了钢琴家</a:t>
            </a:r>
            <a:endParaRPr lang="zh-CN" altLang="en-US" sz="2800" dirty="0">
              <a:solidFill>
                <a:schemeClr val="bg1"/>
              </a:solidFill>
              <a:latin typeface="+mn-lt"/>
              <a:ea typeface="+mn-ea"/>
              <a:sym typeface="Arial" pitchFamily="34" charset="0"/>
            </a:endParaRPr>
          </a:p>
          <a:p>
            <a:pPr eaLnBrk="1" hangingPunct="1"/>
            <a:r>
              <a:rPr lang="zh-CN" altLang="en-US" sz="2800" dirty="0">
                <a:solidFill>
                  <a:schemeClr val="bg1"/>
                </a:solidFill>
                <a:latin typeface="+mn-lt"/>
                <a:ea typeface="+mn-ea"/>
                <a:sym typeface="Arial" pitchFamily="34" charset="0"/>
              </a:rPr>
              <a:t>对音乐的热爱</a:t>
            </a:r>
            <a:endParaRPr lang="zh-CN" altLang="en-US" sz="2800" dirty="0">
              <a:solidFill>
                <a:schemeClr val="bg1"/>
              </a:solidFill>
              <a:latin typeface="+mn-lt"/>
              <a:ea typeface="+mn-ea"/>
              <a:sym typeface="Arial" pitchFamily="34" charset="0"/>
            </a:endParaRPr>
          </a:p>
          <a:p>
            <a:pPr eaLnBrk="1" hangingPunct="1"/>
            <a:r>
              <a:rPr lang="zh-CN" altLang="en-US" sz="2800" dirty="0">
                <a:solidFill>
                  <a:schemeClr val="bg1"/>
                </a:solidFill>
                <a:latin typeface="+mn-lt"/>
                <a:ea typeface="+mn-ea"/>
                <a:sym typeface="Arial" pitchFamily="34" charset="0"/>
              </a:rPr>
              <a:t>与对国家的真挚感情</a:t>
            </a:r>
            <a:endParaRPr lang="zh-CN" altLang="en-US" sz="2800" dirty="0">
              <a:solidFill>
                <a:schemeClr val="bg1"/>
              </a:solidFill>
              <a:latin typeface="+mn-lt"/>
              <a:ea typeface="+mn-ea"/>
              <a:sym typeface="Arial" pitchFamily="34" charset="0"/>
            </a:endParaRPr>
          </a:p>
        </p:txBody>
      </p:sp>
    </p:spTree>
    <p:custDataLst>
      <p:tags r:id="rId6"/>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wipe(left)">
                                      <p:cBhvr>
                                        <p:cTn id="7" dur="500"/>
                                        <p:tgtEl>
                                          <p:spTgt spid="15"/>
                                        </p:tgtEl>
                                      </p:cBhvr>
                                    </p:animEffect>
                                  </p:childTnLst>
                                </p:cTn>
                              </p:par>
                            </p:childTnLst>
                          </p:cTn>
                        </p:par>
                        <p:par>
                          <p:cTn id="8" fill="hold">
                            <p:stCondLst>
                              <p:cond delay="500"/>
                            </p:stCondLst>
                            <p:childTnLst>
                              <p:par>
                                <p:cTn id="9" presetID="10" presetClass="entr" presetSubtype="0" fill="hold" grpId="0" nodeType="afterEffect">
                                  <p:stCondLst>
                                    <p:cond delay="0"/>
                                  </p:stCondLst>
                                  <p:childTnLst>
                                    <p:set>
                                      <p:cBhvr>
                                        <p:cTn id="10" dur="1" fill="hold">
                                          <p:stCondLst>
                                            <p:cond delay="0"/>
                                          </p:stCondLst>
                                        </p:cTn>
                                        <p:tgtEl>
                                          <p:spTgt spid="14343"/>
                                        </p:tgtEl>
                                        <p:attrNameLst>
                                          <p:attrName>style.visibility</p:attrName>
                                        </p:attrNameLst>
                                      </p:cBhvr>
                                      <p:to>
                                        <p:strVal val="visible"/>
                                      </p:to>
                                    </p:set>
                                    <p:animEffect transition="in" filter="fade">
                                      <p:cBhvr>
                                        <p:cTn id="11" dur="1000"/>
                                        <p:tgtEl>
                                          <p:spTgt spid="1434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343"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tx2"/>
        </a:solidFill>
        <a:effectLst/>
      </p:bgPr>
    </p:bg>
    <p:spTree>
      <p:nvGrpSpPr>
        <p:cNvPr id="1" name=""/>
        <p:cNvGrpSpPr/>
        <p:nvPr/>
      </p:nvGrpSpPr>
      <p:grpSpPr>
        <a:xfrm>
          <a:off x="0" y="0"/>
          <a:ext cx="0" cy="0"/>
          <a:chOff x="0" y="0"/>
          <a:chExt cx="0" cy="0"/>
        </a:xfrm>
      </p:grpSpPr>
      <p:sp>
        <p:nvSpPr>
          <p:cNvPr id="2" name="标题 1"/>
          <p:cNvSpPr/>
          <p:nvPr>
            <p:ph type="ctrTitle"/>
          </p:nvPr>
        </p:nvSpPr>
        <p:spPr>
          <a:xfrm>
            <a:off x="1170940" y="3117731"/>
            <a:ext cx="7127875" cy="1008112"/>
          </a:xfrm>
        </p:spPr>
        <p:txBody>
          <a:bodyPr>
            <a:normAutofit fontScale="90000"/>
          </a:bodyPr>
          <a:p>
            <a:r>
              <a:rPr lang="en-US" altLang="zh-CN"/>
              <a:t>Thanks for watching!</a:t>
            </a:r>
            <a:endParaRPr lang="en-US" altLang="zh-CN"/>
          </a:p>
        </p:txBody>
      </p:sp>
      <p:sp>
        <p:nvSpPr>
          <p:cNvPr id="4" name="矩形 3"/>
          <p:cNvSpPr/>
          <p:nvPr/>
        </p:nvSpPr>
        <p:spPr>
          <a:xfrm>
            <a:off x="-85090" y="2744470"/>
            <a:ext cx="8793480" cy="95250"/>
          </a:xfrm>
          <a:prstGeom prst="rect">
            <a:avLst/>
          </a:prstGeom>
          <a:solidFill>
            <a:schemeClr val="bg1"/>
          </a:solidFill>
          <a:ln>
            <a:noFill/>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91440" tIns="45720" rIns="91440" bIns="45720" numCol="1" anchor="t" anchorCtr="0" compatLnSpc="1"/>
          <a:p>
            <a:pPr marL="0" marR="0" indent="0" algn="l" defTabSz="914400" rtl="0" eaLnBrk="0" fontAlgn="base" latinLnBrk="0" hangingPunct="0">
              <a:spcBef>
                <a:spcPct val="0"/>
              </a:spcBef>
              <a:spcAft>
                <a:spcPct val="0"/>
              </a:spcAft>
              <a:buClrTx/>
              <a:buSzTx/>
              <a:buFont typeface="Arial" pitchFamily="34" charset="0"/>
              <a:buNone/>
            </a:pPr>
            <a:endParaRPr kumimoji="0" lang="zh-CN" altLang="zh-CN" sz="1800" b="0" i="0" u="none" strike="noStrike" cap="none" normalizeH="0" baseline="0" smtClean="0">
              <a:ln>
                <a:noFill/>
              </a:ln>
              <a:solidFill>
                <a:schemeClr val="bg1"/>
              </a:solidFill>
              <a:effectLst/>
              <a:latin typeface="Arial" pitchFamily="34" charset="0"/>
              <a:ea typeface="黑体" pitchFamily="49" charset="-122"/>
            </a:endParaRPr>
          </a:p>
        </p:txBody>
      </p:sp>
      <p:sp>
        <p:nvSpPr>
          <p:cNvPr id="5" name="矩形 4"/>
          <p:cNvSpPr/>
          <p:nvPr/>
        </p:nvSpPr>
        <p:spPr>
          <a:xfrm>
            <a:off x="8637270" y="2759710"/>
            <a:ext cx="76200" cy="1482090"/>
          </a:xfrm>
          <a:prstGeom prst="rect">
            <a:avLst/>
          </a:prstGeom>
          <a:solidFill>
            <a:schemeClr val="bg1"/>
          </a:solidFill>
          <a:ln>
            <a:noFill/>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91440" tIns="45720" rIns="91440" bIns="45720" numCol="1" anchor="t" anchorCtr="0" compatLnSpc="1"/>
          <a:p>
            <a:pPr marL="0" marR="0" indent="0" algn="l" defTabSz="914400" rtl="0" eaLnBrk="0" fontAlgn="base" latinLnBrk="0" hangingPunct="0">
              <a:spcBef>
                <a:spcPct val="0"/>
              </a:spcBef>
              <a:spcAft>
                <a:spcPct val="0"/>
              </a:spcAft>
              <a:buClrTx/>
              <a:buSzTx/>
              <a:buFont typeface="Arial" pitchFamily="34" charset="0"/>
              <a:buNone/>
            </a:pPr>
            <a:endParaRPr kumimoji="0" lang="zh-CN" altLang="zh-CN" sz="1800" b="0" i="0" u="none" strike="noStrike" cap="none" normalizeH="0" baseline="0" smtClean="0">
              <a:ln>
                <a:noFill/>
              </a:ln>
              <a:solidFill>
                <a:schemeClr val="bg1"/>
              </a:solidFill>
              <a:effectLst/>
              <a:latin typeface="Arial" pitchFamily="34" charset="0"/>
              <a:ea typeface="黑体" pitchFamily="49" charset="-122"/>
            </a:endParaRPr>
          </a:p>
        </p:txBody>
      </p:sp>
      <p:sp>
        <p:nvSpPr>
          <p:cNvPr id="6" name="矩形 5"/>
          <p:cNvSpPr/>
          <p:nvPr/>
        </p:nvSpPr>
        <p:spPr>
          <a:xfrm>
            <a:off x="2062480" y="4174490"/>
            <a:ext cx="6642100" cy="75565"/>
          </a:xfrm>
          <a:prstGeom prst="rect">
            <a:avLst/>
          </a:prstGeom>
          <a:solidFill>
            <a:schemeClr val="bg1"/>
          </a:solidFill>
          <a:ln>
            <a:noFill/>
            <a:headEnd type="none" w="med" len="med"/>
            <a:tailEnd type="none" w="med" len="med"/>
          </a:ln>
        </p:spPr>
        <p:style>
          <a:lnRef idx="2">
            <a:schemeClr val="dk1">
              <a:shade val="50000"/>
            </a:schemeClr>
          </a:lnRef>
          <a:fillRef idx="1">
            <a:schemeClr val="dk1"/>
          </a:fillRef>
          <a:effectRef idx="0">
            <a:schemeClr val="dk1"/>
          </a:effectRef>
          <a:fontRef idx="minor">
            <a:schemeClr val="lt1"/>
          </a:fontRef>
        </p:style>
        <p:txBody>
          <a:bodyPr vert="horz" wrap="square" lIns="91440" tIns="45720" rIns="91440" bIns="45720" numCol="1" anchor="t" anchorCtr="0" compatLnSpc="1"/>
          <a:p>
            <a:pPr marL="0" marR="0" indent="0" algn="l" defTabSz="914400" rtl="0" eaLnBrk="0" fontAlgn="base" latinLnBrk="0" hangingPunct="0">
              <a:spcBef>
                <a:spcPct val="0"/>
              </a:spcBef>
              <a:spcAft>
                <a:spcPct val="0"/>
              </a:spcAft>
              <a:buClrTx/>
              <a:buSzTx/>
              <a:buFont typeface="Arial" pitchFamily="34" charset="0"/>
              <a:buNone/>
            </a:pPr>
            <a:endParaRPr kumimoji="0" lang="zh-CN" altLang="zh-CN" sz="1800" b="0" i="0" u="none" strike="noStrike" cap="none" normalizeH="0" baseline="0" smtClean="0">
              <a:ln>
                <a:noFill/>
              </a:ln>
              <a:solidFill>
                <a:schemeClr val="bg1"/>
              </a:solidFill>
              <a:effectLst/>
              <a:latin typeface="Arial" pitchFamily="34" charset="0"/>
              <a:ea typeface="黑体" pitchFamily="49" charset="-122"/>
            </a:endParaRPr>
          </a:p>
        </p:txBody>
      </p:sp>
    </p:spTree>
    <p:custDataLst>
      <p:tags r:id="rId1"/>
    </p:custData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par>
                          <p:cTn id="8" fill="hold">
                            <p:stCondLst>
                              <p:cond delay="500"/>
                            </p:stCondLst>
                            <p:childTnLst>
                              <p:par>
                                <p:cTn id="9" presetID="22" presetClass="entr" presetSubtype="1" fill="hold" grpId="0" nodeType="afterEffect">
                                  <p:stCondLst>
                                    <p:cond delay="0"/>
                                  </p:stCondLst>
                                  <p:childTnLst>
                                    <p:set>
                                      <p:cBhvr>
                                        <p:cTn id="10" dur="1" fill="hold">
                                          <p:stCondLst>
                                            <p:cond delay="0"/>
                                          </p:stCondLst>
                                        </p:cTn>
                                        <p:tgtEl>
                                          <p:spTgt spid="5"/>
                                        </p:tgtEl>
                                        <p:attrNameLst>
                                          <p:attrName>style.visibility</p:attrName>
                                        </p:attrNameLst>
                                      </p:cBhvr>
                                      <p:to>
                                        <p:strVal val="visible"/>
                                      </p:to>
                                    </p:set>
                                    <p:animEffect transition="in" filter="wipe(up)">
                                      <p:cBhvr>
                                        <p:cTn id="11" dur="500"/>
                                        <p:tgtEl>
                                          <p:spTgt spid="5"/>
                                        </p:tgtEl>
                                      </p:cBhvr>
                                    </p:animEffect>
                                  </p:childTnLst>
                                </p:cTn>
                              </p:par>
                            </p:childTnLst>
                          </p:cTn>
                        </p:par>
                        <p:par>
                          <p:cTn id="12" fill="hold">
                            <p:stCondLst>
                              <p:cond delay="1000"/>
                            </p:stCondLst>
                            <p:childTnLst>
                              <p:par>
                                <p:cTn id="13" presetID="22" presetClass="entr" presetSubtype="2" fill="hold" grpId="0" nodeType="after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wipe(right)">
                                      <p:cBhvr>
                                        <p:cTn id="15" dur="500"/>
                                        <p:tgtEl>
                                          <p:spTgt spid="6"/>
                                        </p:tgtEl>
                                      </p:cBhvr>
                                    </p:animEffect>
                                  </p:childTnLst>
                                </p:cTn>
                              </p:par>
                              <p:par>
                                <p:cTn id="16" presetID="22" presetClass="entr" presetSubtype="2" fill="hold" grpId="0" nodeType="with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wipe(right)">
                                      <p:cBhvr>
                                        <p:cTn id="1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ldLvl="0" animBg="1"/>
      <p:bldP spid="5" grpId="0" bldLvl="0" animBg="1"/>
      <p:bldP spid="6" grpId="0" bldLvl="0" animBg="1"/>
      <p:bldP spid="2" grpId="0" animBg="1"/>
    </p:bldLst>
  </p:timing>
</p:sld>
</file>

<file path=ppt/tags/tag1.xml><?xml version="1.0" encoding="utf-8"?>
<p:tagLst xmlns:p="http://schemas.openxmlformats.org/presentationml/2006/main">
  <p:tag name="KSO_WM_TEMPLATE_CATEGORY" val="custom"/>
  <p:tag name="KSO_WM_TEMPLATE_INDEX" val="72"/>
</p:tagLst>
</file>

<file path=ppt/tags/tag2.xml><?xml version="1.0" encoding="utf-8"?>
<p:tagLst xmlns:p="http://schemas.openxmlformats.org/presentationml/2006/main">
  <p:tag name="KSO_WM_TAG_VERSION" val="1.0"/>
  <p:tag name="KSO_WM_BEAUTIFY_FLAG" val="#wm#"/>
  <p:tag name="KSO_WM_UNIT_TYPE" val="i"/>
  <p:tag name="KSO_WM_UNIT_ID" val="custom72_19*i*0"/>
  <p:tag name="KSO_WM_TEMPLATE_CATEGORY" val="custom"/>
  <p:tag name="KSO_WM_TEMPLATE_INDEX" val="72"/>
</p:tagLst>
</file>

<file path=ppt/tags/tag3.xml><?xml version="1.0" encoding="utf-8"?>
<p:tagLst xmlns:p="http://schemas.openxmlformats.org/presentationml/2006/main">
  <p:tag name="KSO_WM_SLIDE_ID" val="custom72_19"/>
  <p:tag name="KSO_WM_SLIDE_INDEX" val="19"/>
  <p:tag name="KSO_WM_SLIDE_LAYOUT" val="a_l"/>
  <p:tag name="KSO_WM_SLIDE_LAYOUT_CNT" val="1_1"/>
  <p:tag name="KSO_WM_SLIDE_TYPE" val="text"/>
  <p:tag name="KSO_WM_BEAUTIFY_FLAG" val="#wm#"/>
  <p:tag name="KSO_WM_SLIDE_POSITION" val="51*330"/>
  <p:tag name="KSO_WM_SLIDE_SIZE" val="621*176"/>
  <p:tag name="KSO_WM_SLIDE_ITEM_CNT" val="3"/>
  <p:tag name="KSO_WM_TEMPLATE_CATEGORY" val="custom"/>
  <p:tag name="KSO_WM_TEMPLATE_INDEX" val="72"/>
  <p:tag name="KSO_WM_TAG_VERSION" val="1.0"/>
  <p:tag name="KSO_WM_DIAGRAM_GROUP_CODE" val="l1-6"/>
</p:tagLst>
</file>

<file path=ppt/tags/tag4.xml><?xml version="1.0" encoding="utf-8"?>
<p:tagLst xmlns:p="http://schemas.openxmlformats.org/presentationml/2006/main">
  <p:tag name="KSO_WM_TAG_VERSION" val="1.0"/>
  <p:tag name="KSO_WM_BEAUTIFY_FLAG" val="#wm#"/>
  <p:tag name="KSO_WM_TEMPLATE_CATEGORY" val="custom"/>
  <p:tag name="KSO_WM_TEMPLATE_INDEX" val="72"/>
  <p:tag name="KSO_WM_UNIT_TYPE" val="l_h_a"/>
  <p:tag name="KSO_WM_UNIT_INDEX" val="1_1_1"/>
  <p:tag name="KSO_WM_UNIT_CLEAR" val="1"/>
  <p:tag name="KSO_WM_UNIT_LAYERLEVEL" val="1_1_1"/>
  <p:tag name="KSO_WM_UNIT_VALUE" val="16"/>
  <p:tag name="KSO_WM_UNIT_HIGHLIGHT" val="0"/>
  <p:tag name="KSO_WM_UNIT_COMPATIBLE" val="0"/>
  <p:tag name="KSO_WM_UNIT_ID" val="custom72_16*l_h_a*1_1_1"/>
  <p:tag name="KSO_WM_DIAGRAM_GROUP_CODE" val="l1-5"/>
  <p:tag name="KSO_WM_UNIT_PRESET_TEXT" val="在此编辑标题"/>
</p:tagLst>
</file>

<file path=ppt/tags/tag5.xml><?xml version="1.0" encoding="utf-8"?>
<p:tagLst xmlns:p="http://schemas.openxmlformats.org/presentationml/2006/main">
  <p:tag name="KSO_WM_TAG_VERSION" val="1.0"/>
  <p:tag name="KSO_WM_BEAUTIFY_FLAG" val="#wm#"/>
  <p:tag name="KSO_WM_TEMPLATE_CATEGORY" val="custom"/>
  <p:tag name="KSO_WM_TEMPLATE_INDEX" val="72"/>
  <p:tag name="KSO_WM_UNIT_TYPE" val="l_i"/>
  <p:tag name="KSO_WM_UNIT_INDEX" val="1_1"/>
  <p:tag name="KSO_WM_UNIT_CLEAR" val="1"/>
  <p:tag name="KSO_WM_UNIT_LAYERLEVEL" val="1_1"/>
  <p:tag name="KSO_WM_UNIT_ID" val="custom72_16*l_i*1_1"/>
  <p:tag name="KSO_WM_DIAGRAM_GROUP_CODE" val="l1-5"/>
</p:tagLst>
</file>

<file path=ppt/tags/tag6.xml><?xml version="1.0" encoding="utf-8"?>
<p:tagLst xmlns:p="http://schemas.openxmlformats.org/presentationml/2006/main">
  <p:tag name="KSO_WM_TAG_VERSION" val="1.0"/>
  <p:tag name="KSO_WM_BEAUTIFY_FLAG" val="#wm#"/>
  <p:tag name="KSO_WM_TEMPLATE_CATEGORY" val="custom"/>
  <p:tag name="KSO_WM_TEMPLATE_INDEX" val="72"/>
  <p:tag name="KSO_WM_UNIT_TYPE" val="l_h_f"/>
  <p:tag name="KSO_WM_UNIT_INDEX" val="1_1_1"/>
  <p:tag name="KSO_WM_UNIT_CLEAR" val="1"/>
  <p:tag name="KSO_WM_UNIT_LAYERLEVEL" val="1_1_1"/>
  <p:tag name="KSO_WM_UNIT_VALUE" val="64"/>
  <p:tag name="KSO_WM_UNIT_HIGHLIGHT" val="0"/>
  <p:tag name="KSO_WM_UNIT_COMPATIBLE" val="0"/>
  <p:tag name="KSO_WM_UNIT_ID" val="custom72_16*l_h_f*1_1_1"/>
  <p:tag name="KSO_WM_UNIT_PRESET_TEXT_INDEX" val="2"/>
  <p:tag name="KSO_WM_UNIT_PRESET_TEXT_LEN" val="20"/>
  <p:tag name="KSO_WM_DIAGRAM_GROUP_CODE" val="l1-5"/>
</p:tagLst>
</file>

<file path=ppt/tags/tag7.xml><?xml version="1.0" encoding="utf-8"?>
<p:tagLst xmlns:p="http://schemas.openxmlformats.org/presentationml/2006/main">
  <p:tag name="KSO_WM_SLIDE_ID" val="custom72_16"/>
  <p:tag name="KSO_WM_SLIDE_INDEX" val="16"/>
  <p:tag name="KSO_WM_SLIDE_LAYOUT" val="l"/>
  <p:tag name="KSO_WM_SLIDE_LAYOUT_CNT" val="1"/>
  <p:tag name="KSO_WM_SLIDE_TYPE" val="text"/>
  <p:tag name="KSO_WM_BEAUTIFY_FLAG" val="#wm#"/>
  <p:tag name="KSO_WM_SLIDE_POSITION" val="68*76"/>
  <p:tag name="KSO_WM_SLIDE_SIZE" val="583*382"/>
  <p:tag name="KSO_WM_SLIDE_ITEM_CNT" val="2"/>
  <p:tag name="KSO_WM_TEMPLATE_CATEGORY" val="custom"/>
  <p:tag name="KSO_WM_TEMPLATE_INDEX" val="72"/>
  <p:tag name="KSO_WM_TAG_VERSION" val="1.0"/>
  <p:tag name="KSO_WM_DIAGRAM_GROUP_CODE" val="l1-5"/>
</p:tagLst>
</file>

<file path=ppt/tags/tag8.xml><?xml version="1.0" encoding="utf-8"?>
<p:tagLst xmlns:p="http://schemas.openxmlformats.org/presentationml/2006/main">
  <p:tag name="KSO_WM_TAG_VERSION" val="1.0"/>
  <p:tag name="KSO_WM_BEAUTIFY_FLAG" val="#wm#"/>
  <p:tag name="KSO_WM_UNIT_TYPE" val="i"/>
  <p:tag name="KSO_WM_UNIT_ID" val="custom72_6*i*0"/>
  <p:tag name="KSO_WM_TEMPLATE_CATEGORY" val="custom"/>
  <p:tag name="KSO_WM_TEMPLATE_INDEX" val="72"/>
</p:tagLst>
</file>

<file path=ppt/tags/tag9.xml><?xml version="1.0" encoding="utf-8"?>
<p:tagLst xmlns:p="http://schemas.openxmlformats.org/presentationml/2006/main">
  <p:tag name="KSO_WM_TAG_VERSION" val="1.0"/>
  <p:tag name="KSO_WM_BEAUTIFY_FLAG" val="#wm#"/>
  <p:tag name="KSO_WM_UNIT_TYPE" val="i"/>
  <p:tag name="KSO_WM_UNIT_ID" val="custom72_6*i*3"/>
  <p:tag name="KSO_WM_TEMPLATE_CATEGORY" val="custom"/>
  <p:tag name="KSO_WM_TEMPLATE_INDEX" val="72"/>
</p:tagLst>
</file>

<file path=ppt/tags/tag10.xml><?xml version="1.0" encoding="utf-8"?>
<p:tagLst xmlns:p="http://schemas.openxmlformats.org/presentationml/2006/main">
  <p:tag name="KSO_WM_TAG_VERSION" val="1.0"/>
  <p:tag name="KSO_WM_BEAUTIFY_FLAG" val="#wm#"/>
  <p:tag name="KSO_WM_UNIT_TYPE" val="i"/>
  <p:tag name="KSO_WM_UNIT_ID" val="custom72_6*i*4"/>
  <p:tag name="KSO_WM_TEMPLATE_CATEGORY" val="custom"/>
  <p:tag name="KSO_WM_TEMPLATE_INDEX" val="72"/>
</p:tagLst>
</file>

<file path=ppt/tags/tag11.xml><?xml version="1.0" encoding="utf-8"?>
<p:tagLst xmlns:p="http://schemas.openxmlformats.org/presentationml/2006/main">
  <p:tag name="KSO_WM_TAG_VERSION" val="1.0"/>
  <p:tag name="KSO_WM_BEAUTIFY_FLAG" val="#wm#"/>
  <p:tag name="KSO_WM_TEMPLATE_CATEGORY" val="custom"/>
  <p:tag name="KSO_WM_TEMPLATE_INDEX" val="72"/>
  <p:tag name="KSO_WM_UNIT_TYPE" val="l_i"/>
  <p:tag name="KSO_WM_UNIT_INDEX" val="1_1"/>
  <p:tag name="KSO_WM_UNIT_CLEAR" val="1"/>
  <p:tag name="KSO_WM_UNIT_LAYERLEVEL" val="1_1"/>
  <p:tag name="KSO_WM_UNIT_ID" val="custom72_23*l_i*1_1"/>
  <p:tag name="KSO_WM_DIAGRAM_GROUP_CODE" val="l1-7"/>
</p:tagLst>
</file>

<file path=ppt/tags/tag12.xml><?xml version="1.0" encoding="utf-8"?>
<p:tagLst xmlns:p="http://schemas.openxmlformats.org/presentationml/2006/main">
  <p:tag name="KSO_WM_TAG_VERSION" val="1.0"/>
  <p:tag name="KSO_WM_BEAUTIFY_FLAG" val="#wm#"/>
  <p:tag name="KSO_WM_TEMPLATE_CATEGORY" val="custom"/>
  <p:tag name="KSO_WM_TEMPLATE_INDEX" val="72"/>
  <p:tag name="KSO_WM_UNIT_TYPE" val="l_i"/>
  <p:tag name="KSO_WM_UNIT_INDEX" val="1_2"/>
  <p:tag name="KSO_WM_UNIT_CLEAR" val="1"/>
  <p:tag name="KSO_WM_UNIT_LAYERLEVEL" val="1_1"/>
  <p:tag name="KSO_WM_UNIT_ID" val="custom72_23*l_i*1_2"/>
  <p:tag name="KSO_WM_DIAGRAM_GROUP_CODE" val="l1-7"/>
</p:tagLst>
</file>

<file path=ppt/tags/tag13.xml><?xml version="1.0" encoding="utf-8"?>
<p:tagLst xmlns:p="http://schemas.openxmlformats.org/presentationml/2006/main">
  <p:tag name="KSO_WM_SLIDE_ID" val="custom72_23"/>
  <p:tag name="KSO_WM_SLIDE_INDEX" val="23"/>
  <p:tag name="KSO_WM_SLIDE_LAYOUT" val="a_b_l"/>
  <p:tag name="KSO_WM_SLIDE_LAYOUT_CNT" val="1_1_1"/>
  <p:tag name="KSO_WM_SLIDE_TYPE" val="text"/>
  <p:tag name="KSO_WM_BEAUTIFY_FLAG" val="#wm#"/>
  <p:tag name="KSO_WM_SLIDE_POSITION" val="36*55"/>
  <p:tag name="KSO_WM_SLIDE_SIZE" val="625*331"/>
  <p:tag name="KSO_WM_SLIDE_ITEM_CNT" val="2"/>
  <p:tag name="KSO_WM_TEMPLATE_CATEGORY" val="custom"/>
  <p:tag name="KSO_WM_TEMPLATE_INDEX" val="72"/>
  <p:tag name="KSO_WM_TAG_VERSION" val="1.0"/>
  <p:tag name="KSO_WM_DIAGRAM_GROUP_CODE" val="l1-7"/>
</p:tagLst>
</file>

<file path=ppt/tags/tag14.xml><?xml version="1.0" encoding="utf-8"?>
<p:tagLst xmlns:p="http://schemas.openxmlformats.org/presentationml/2006/main">
  <p:tag name="KSO_WM_TAG_VERSION" val="1.0"/>
  <p:tag name="KSO_WM_BEAUTIFY_FLAG" val="#wm#"/>
  <p:tag name="KSO_WM_UNIT_TYPE" val="i"/>
  <p:tag name="KSO_WM_UNIT_ID" val="custom72_14*i*0"/>
  <p:tag name="KSO_WM_TEMPLATE_CATEGORY" val="custom"/>
  <p:tag name="KSO_WM_TEMPLATE_INDEX" val="72"/>
</p:tagLst>
</file>

<file path=ppt/tags/tag15.xml><?xml version="1.0" encoding="utf-8"?>
<p:tagLst xmlns:p="http://schemas.openxmlformats.org/presentationml/2006/main">
  <p:tag name="KSO_WM_TAG_VERSION" val="1.0"/>
  <p:tag name="KSO_WM_BEAUTIFY_FLAG" val="#wm#"/>
  <p:tag name="KSO_WM_UNIT_TYPE" val="i"/>
  <p:tag name="KSO_WM_UNIT_ID" val="custom72_14*i*1"/>
  <p:tag name="KSO_WM_TEMPLATE_CATEGORY" val="custom"/>
  <p:tag name="KSO_WM_TEMPLATE_INDEX" val="72"/>
</p:tagLst>
</file>

<file path=ppt/tags/tag16.xml><?xml version="1.0" encoding="utf-8"?>
<p:tagLst xmlns:p="http://schemas.openxmlformats.org/presentationml/2006/main">
  <p:tag name="KSO_WM_TAG_VERSION" val="1.0"/>
  <p:tag name="KSO_WM_BEAUTIFY_FLAG" val="#wm#"/>
  <p:tag name="KSO_WM_UNIT_TYPE" val="i"/>
  <p:tag name="KSO_WM_UNIT_ID" val="custom72_14*i*2"/>
  <p:tag name="KSO_WM_TEMPLATE_CATEGORY" val="custom"/>
  <p:tag name="KSO_WM_TEMPLATE_INDEX" val="72"/>
</p:tagLst>
</file>

<file path=ppt/tags/tag17.xml><?xml version="1.0" encoding="utf-8"?>
<p:tagLst xmlns:p="http://schemas.openxmlformats.org/presentationml/2006/main">
  <p:tag name="KSO_WM_TAG_VERSION" val="1.0"/>
  <p:tag name="KSO_WM_BEAUTIFY_FLAG" val="#wm#"/>
  <p:tag name="KSO_WM_TEMPLATE_CATEGORY" val="custom"/>
  <p:tag name="KSO_WM_TEMPLATE_INDEX" val="72"/>
  <p:tag name="KSO_WM_UNIT_TYPE" val="f"/>
  <p:tag name="KSO_WM_UNIT_INDEX" val="1"/>
  <p:tag name="KSO_WM_UNIT_CLEAR" val="1"/>
  <p:tag name="KSO_WM_UNIT_LAYERLEVEL" val="1"/>
  <p:tag name="KSO_WM_UNIT_VALUE" val="133"/>
  <p:tag name="KSO_WM_UNIT_HIGHLIGHT" val="0"/>
  <p:tag name="KSO_WM_UNIT_COMPATIBLE" val="0"/>
  <p:tag name="KSO_WM_UNIT_ID" val="custom72_14*f*1"/>
  <p:tag name="KSO_WM_UNIT_PRESET_TEXT_INDEX" val="2"/>
  <p:tag name="KSO_WM_UNIT_PRESET_TEXT_LEN" val="40"/>
</p:tagLst>
</file>

<file path=ppt/tags/tag18.xml><?xml version="1.0" encoding="utf-8"?>
<p:tagLst xmlns:p="http://schemas.openxmlformats.org/presentationml/2006/main">
  <p:tag name="KSO_WM_SLIDE_ID" val="custom72_14"/>
  <p:tag name="KSO_WM_SLIDE_INDEX" val="14"/>
  <p:tag name="KSO_WM_SLIDE_LAYOUT" val="a_f_b"/>
  <p:tag name="KSO_WM_SLIDE_LAYOUT_CNT" val="1_1_1"/>
  <p:tag name="KSO_WM_SLIDE_TYPE" val="text"/>
  <p:tag name="KSO_WM_BEAUTIFY_FLAG" val="#wm#"/>
  <p:tag name="KSO_WM_SLIDE_POSITION" val="14*81"/>
  <p:tag name="KSO_WM_SLIDE_SIZE" val="519*286"/>
  <p:tag name="KSO_WM_SLIDE_ITEM_CNT" val="1"/>
  <p:tag name="KSO_WM_TEMPLATE_CATEGORY" val="custom"/>
  <p:tag name="KSO_WM_TEMPLATE_INDEX" val="72"/>
  <p:tag name="KSO_WM_TAG_VERSION" val="1.0"/>
</p:tagLst>
</file>

<file path=ppt/tags/tag19.xml><?xml version="1.0" encoding="utf-8"?>
<p:tagLst xmlns:p="http://schemas.openxmlformats.org/presentationml/2006/main">
  <p:tag name="KSO_WM_TEMPLATE_CATEGORY" val="custom"/>
  <p:tag name="KSO_WM_TEMPLATE_INDEX" val="39"/>
  <p:tag name="KSO_WM_SLIDE_ID" val="custom39_26"/>
  <p:tag name="KSO_WM_SLIDE_INDEX" val="26"/>
  <p:tag name="KSO_WM_SLIDE_ITEM_CNT" val="2"/>
  <p:tag name="KSO_WM_SLIDE_LAYOUT" val="a_b"/>
  <p:tag name="KSO_WM_SLIDE_LAYOUT_CNT" val="1_1"/>
  <p:tag name="KSO_WM_SLIDE_TYPE" val="endPage"/>
  <p:tag name="KSO_WM_BEAUTIFY_FLAG" val="#wm#"/>
  <p:tag name="KSO_WM_TAG_VERSION" val="1.0"/>
</p:tagLst>
</file>

<file path=ppt/theme/theme1.xml><?xml version="1.0" encoding="utf-8"?>
<a:theme xmlns:a="http://schemas.openxmlformats.org/drawingml/2006/main" name="默认设计模板">
  <a:themeElements>
    <a:clrScheme name="自定义 12">
      <a:dk1>
        <a:srgbClr val="009999"/>
      </a:dk1>
      <a:lt1>
        <a:srgbClr val="FFFFFF"/>
      </a:lt1>
      <a:dk2>
        <a:srgbClr val="000000"/>
      </a:dk2>
      <a:lt2>
        <a:srgbClr val="808080"/>
      </a:lt2>
      <a:accent1>
        <a:srgbClr val="99CC00"/>
      </a:accent1>
      <a:accent2>
        <a:srgbClr val="333399"/>
      </a:accent2>
      <a:accent3>
        <a:srgbClr val="FFCC66"/>
      </a:accent3>
      <a:accent4>
        <a:srgbClr val="00B6B0"/>
      </a:accent4>
      <a:accent5>
        <a:srgbClr val="E4ECF8"/>
      </a:accent5>
      <a:accent6>
        <a:srgbClr val="2D2D8A"/>
      </a:accent6>
      <a:hlink>
        <a:srgbClr val="009999"/>
      </a:hlink>
      <a:folHlink>
        <a:srgbClr val="99CC00"/>
      </a:folHlink>
    </a:clrScheme>
    <a:fontScheme name="默认设计模板">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itchFamily="34" charset="0"/>
          <a:buNone/>
          <a:defRPr kumimoji="0" lang="zh-CN" altLang="zh-CN" sz="1800" b="0" i="0" u="none" strike="noStrike" cap="none" normalizeH="0" baseline="0" smtClean="0">
            <a:ln>
              <a:noFill/>
            </a:ln>
            <a:solidFill>
              <a:schemeClr val="tx1"/>
            </a:solidFill>
            <a:effectLst/>
            <a:latin typeface="Arial" pitchFamily="34" charset="0"/>
            <a:ea typeface="黑体"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1" fontAlgn="base" latinLnBrk="0" hangingPunct="1">
          <a:spcBef>
            <a:spcPct val="0"/>
          </a:spcBef>
          <a:spcAft>
            <a:spcPct val="0"/>
          </a:spcAft>
          <a:buClrTx/>
          <a:buSzTx/>
          <a:buFont typeface="Arial" pitchFamily="34" charset="0"/>
          <a:buNone/>
          <a:defRPr kumimoji="0" lang="zh-CN" altLang="zh-CN" sz="1800" b="0" i="0" u="none" strike="noStrike" cap="none" normalizeH="0" baseline="0" smtClean="0">
            <a:ln>
              <a:noFill/>
            </a:ln>
            <a:solidFill>
              <a:schemeClr val="tx1"/>
            </a:solidFill>
            <a:effectLst/>
            <a:latin typeface="Arial" pitchFamily="34" charset="0"/>
            <a:ea typeface="黑体" pitchFamily="49" charset="-122"/>
          </a:defRPr>
        </a:defPPr>
      </a:lstStyle>
    </a:lnDef>
  </a:objectDefaults>
  <a:extraClrSchemeLst>
    <a:extraClrScheme>
      <a:clrScheme name="默认设计模板 1">
        <a:dk1>
          <a:srgbClr val="000000"/>
        </a:dk1>
        <a:lt1>
          <a:srgbClr val="FFFFFF"/>
        </a:lt1>
        <a:dk2>
          <a:srgbClr val="000000"/>
        </a:dk2>
        <a:lt2>
          <a:srgbClr val="808080"/>
        </a:lt2>
        <a:accent1>
          <a:srgbClr val="CFDEF3"/>
        </a:accent1>
        <a:accent2>
          <a:srgbClr val="333399"/>
        </a:accent2>
        <a:accent3>
          <a:srgbClr val="FFFFFF"/>
        </a:accent3>
        <a:accent4>
          <a:srgbClr val="000000"/>
        </a:accent4>
        <a:accent5>
          <a:srgbClr val="E4ECF8"/>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808080"/>
        </a:lt2>
        <a:accent1>
          <a:srgbClr val="97CCFF"/>
        </a:accent1>
        <a:accent2>
          <a:srgbClr val="CCCCFF"/>
        </a:accent2>
        <a:accent3>
          <a:srgbClr val="FFFFFF"/>
        </a:accent3>
        <a:accent4>
          <a:srgbClr val="000000"/>
        </a:accent4>
        <a:accent5>
          <a:srgbClr val="C9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2_空白设计模板">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默认设计模板_2">
  <a:themeElements>
    <a:clrScheme name="默认设计模板_2 13">
      <a:dk1>
        <a:srgbClr val="FFFFFF"/>
      </a:dk1>
      <a:lt1>
        <a:srgbClr val="FFFFFF"/>
      </a:lt1>
      <a:dk2>
        <a:srgbClr val="000000"/>
      </a:dk2>
      <a:lt2>
        <a:srgbClr val="808080"/>
      </a:lt2>
      <a:accent1>
        <a:srgbClr val="BBE0E3"/>
      </a:accent1>
      <a:accent2>
        <a:srgbClr val="333399"/>
      </a:accent2>
      <a:accent3>
        <a:srgbClr val="FFFFFF"/>
      </a:accent3>
      <a:accent4>
        <a:srgbClr val="DADADA"/>
      </a:accent4>
      <a:accent5>
        <a:srgbClr val="DAEDEF"/>
      </a:accent5>
      <a:accent6>
        <a:srgbClr val="2D2D8A"/>
      </a:accent6>
      <a:hlink>
        <a:srgbClr val="009999"/>
      </a:hlink>
      <a:folHlink>
        <a:srgbClr val="99CC00"/>
      </a:folHlink>
    </a:clrScheme>
    <a:fontScheme name="默认设计模板_2">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spcBef>
            <a:spcPct val="0"/>
          </a:spcBef>
          <a:spcAft>
            <a:spcPct val="0"/>
          </a:spcAft>
          <a:buClrTx/>
          <a:buSzTx/>
          <a:buFont typeface="Arial" pitchFamily="34" charset="0"/>
          <a:buNone/>
          <a:defRPr kumimoji="0" lang="zh-CN" altLang="zh-CN" sz="1800" b="0" i="0" u="none" strike="noStrike" cap="none" normalizeH="0" baseline="0" smtClean="0">
            <a:ln>
              <a:noFill/>
            </a:ln>
            <a:solidFill>
              <a:schemeClr val="bg1"/>
            </a:solidFill>
            <a:effectLst/>
            <a:latin typeface="Arial" pitchFamily="34" charset="0"/>
            <a:ea typeface="黑体" pitchFamily="49"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spPr>
      <a:bodyPr vert="horz" wrap="square" lIns="91440" tIns="45720" rIns="91440" bIns="45720" numCol="1" anchor="t" anchorCtr="0" compatLnSpc="1"/>
      <a:lstStyle>
        <a:defPPr marL="0" marR="0" indent="0" algn="l" defTabSz="914400" rtl="0" eaLnBrk="0" fontAlgn="base" latinLnBrk="0" hangingPunct="0">
          <a:spcBef>
            <a:spcPct val="0"/>
          </a:spcBef>
          <a:spcAft>
            <a:spcPct val="0"/>
          </a:spcAft>
          <a:buClrTx/>
          <a:buSzTx/>
          <a:buFont typeface="Arial" pitchFamily="34" charset="0"/>
          <a:buNone/>
          <a:defRPr kumimoji="0" lang="zh-CN" altLang="zh-CN" sz="1800" b="0" i="0" u="none" strike="noStrike" cap="none" normalizeH="0" baseline="0" smtClean="0">
            <a:ln>
              <a:noFill/>
            </a:ln>
            <a:solidFill>
              <a:schemeClr val="bg1"/>
            </a:solidFill>
            <a:effectLst/>
            <a:latin typeface="Arial" pitchFamily="34" charset="0"/>
            <a:ea typeface="黑体" pitchFamily="49" charset="-122"/>
          </a:defRPr>
        </a:defPPr>
      </a:lstStyle>
    </a:lnDef>
  </a:objectDefaults>
  <a:extraClrSchemeLst>
    <a:extraClrScheme>
      <a:clrScheme name="默认设计模板_2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默认设计模板_2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默认设计模板_2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默认设计模板_2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默认设计模板_2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默认设计模板_2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默认设计模板_2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默认设计模板_2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默认设计模板_2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默认设计模板_2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默认设计模板_2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默认设计模板_2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默认设计模板_2 13">
        <a:dk1>
          <a:srgbClr val="FFFFFF"/>
        </a:dk1>
        <a:lt1>
          <a:srgbClr val="FFFFFF"/>
        </a:lt1>
        <a:dk2>
          <a:srgbClr val="000000"/>
        </a:dk2>
        <a:lt2>
          <a:srgbClr val="808080"/>
        </a:lt2>
        <a:accent1>
          <a:srgbClr val="BBE0E3"/>
        </a:accent1>
        <a:accent2>
          <a:srgbClr val="333399"/>
        </a:accent2>
        <a:accent3>
          <a:srgbClr val="FFFFFF"/>
        </a:accent3>
        <a:accent4>
          <a:srgbClr val="DADADA"/>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1385</Words>
  <Application>Kingsoft Office WPP</Application>
  <PresentationFormat>宽屏</PresentationFormat>
  <Paragraphs>73</Paragraphs>
  <Slides>9</Slides>
  <Notes>0</Notes>
  <HiddenSlides>0</HiddenSlides>
  <MMClips>0</MMClips>
  <ScaleCrop>false</ScaleCrop>
  <HeadingPairs>
    <vt:vector size="4" baseType="variant">
      <vt:variant>
        <vt:lpstr>主题</vt:lpstr>
      </vt:variant>
      <vt:variant>
        <vt:i4>3</vt:i4>
      </vt:variant>
      <vt:variant>
        <vt:lpstr>幻灯片标题</vt:lpstr>
      </vt:variant>
      <vt:variant>
        <vt:i4>9</vt:i4>
      </vt:variant>
    </vt:vector>
  </HeadingPairs>
  <TitlesOfParts>
    <vt:vector size="12" baseType="lpstr">
      <vt:lpstr>默认设计模板</vt:lpstr>
      <vt:lpstr>2_空白设计模板</vt:lpstr>
      <vt:lpstr>默认设计模板_2</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Thanks for watching!</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Administrator</dc:creator>
  <cp:lastModifiedBy>Administrator</cp:lastModifiedBy>
  <cp:revision>40</cp:revision>
  <dcterms:created xsi:type="dcterms:W3CDTF">2016-03-19T07:00:00Z</dcterms:created>
  <dcterms:modified xsi:type="dcterms:W3CDTF">2016-03-20T06:09:24Z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2052-10.1.0.5554</vt:lpwstr>
  </property>
</Properties>
</file>