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9" r:id="rId3"/>
    <p:sldMasterId id="2147483671" r:id="rId4"/>
  </p:sldMasterIdLst>
  <p:notesMasterIdLst>
    <p:notesMasterId r:id="rId7"/>
  </p:notesMasterIdLst>
  <p:sldIdLst>
    <p:sldId id="256" r:id="rId5"/>
    <p:sldId id="261" r:id="rId6"/>
    <p:sldId id="263" r:id="rId8"/>
    <p:sldId id="264" r:id="rId9"/>
    <p:sldId id="265" r:id="rId10"/>
    <p:sldId id="266" r:id="rId11"/>
    <p:sldId id="267" r:id="rId12"/>
    <p:sldId id="272" r:id="rId13"/>
    <p:sldId id="268" r:id="rId14"/>
    <p:sldId id="269" r:id="rId15"/>
    <p:sldId id="270" r:id="rId16"/>
    <p:sldId id="271" r:id="rId1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notesMaster" Target="notesMasters/notesMaster1.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EBDF7F29-3A90-4C9F-B913-38B64691E9D5}" type="slidenum">
              <a:rPr lang="zh-CN" altLang="en-US"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385A95F-237F-4294-8948-81665DCCFB0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684213" y="3929065"/>
            <a:ext cx="7772400" cy="1254125"/>
          </a:xfrm>
        </p:spPr>
        <p:txBody>
          <a:bodyPr>
            <a:normAutofit/>
          </a:bodyPr>
          <a:lstStyle>
            <a:lvl1pPr>
              <a:defRPr sz="3200" b="0">
                <a:solidFill>
                  <a:schemeClr val="accent1">
                    <a:lumMod val="75000"/>
                  </a:schemeClr>
                </a:solidFill>
              </a:defRPr>
            </a:lvl1pPr>
          </a:lstStyle>
          <a:p>
            <a:pPr lvl="0"/>
            <a:r>
              <a:rPr lang="zh-CN" altLang="en-US" noProof="0" dirty="0" smtClean="0"/>
              <a:t>单击此处编辑母版标题样式</a:t>
            </a:r>
            <a:endParaRPr lang="zh-CN" altLang="en-US" noProof="0" dirty="0" smtClean="0"/>
          </a:p>
        </p:txBody>
      </p:sp>
      <p:sp>
        <p:nvSpPr>
          <p:cNvPr id="3075" name="Rectangle 3"/>
          <p:cNvSpPr>
            <a:spLocks noGrp="1" noChangeArrowheads="1"/>
          </p:cNvSpPr>
          <p:nvPr>
            <p:ph type="subTitle" idx="1"/>
          </p:nvPr>
        </p:nvSpPr>
        <p:spPr>
          <a:xfrm>
            <a:off x="684213" y="5213987"/>
            <a:ext cx="6400800" cy="555625"/>
          </a:xfrm>
        </p:spPr>
        <p:txBody>
          <a:bodyPr>
            <a:normAutofit/>
          </a:bodyPr>
          <a:lstStyle>
            <a:lvl1pPr marL="0" indent="0">
              <a:buFontTx/>
              <a:buNone/>
              <a:defRPr sz="2400">
                <a:solidFill>
                  <a:schemeClr val="bg1">
                    <a:lumMod val="50000"/>
                  </a:schemeClr>
                </a:solidFill>
              </a:defRPr>
            </a:lvl1pPr>
          </a:lstStyle>
          <a:p>
            <a:pPr lvl="0"/>
            <a:r>
              <a:rPr lang="zh-CN" altLang="en-US" noProof="0" dirty="0" smtClean="0"/>
              <a:t>单击此处编辑母版副标题样式</a:t>
            </a:r>
            <a:endParaRPr lang="zh-CN" altLang="en-US" noProof="0" dirty="0" smtClean="0"/>
          </a:p>
        </p:txBody>
      </p:sp>
      <p:sp>
        <p:nvSpPr>
          <p:cNvPr id="3" name="日期占位符 2"/>
          <p:cNvSpPr>
            <a:spLocks noGrp="1"/>
          </p:cNvSpPr>
          <p:nvPr>
            <p:ph type="dt" sz="half" idx="10"/>
          </p:nvPr>
        </p:nvSpPr>
        <p:spPr/>
        <p:txBody>
          <a:bodyPr/>
          <a:lstStyle/>
          <a:p>
            <a:fld id="{133EB358-2E90-4177-A16B-8ECBD7006E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3EA503-1E4C-46FE-A753-80C196677C3A}"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normAutofit/>
          </a:bodyPr>
          <a:lstStyle>
            <a:lvl3pPr>
              <a:defRPr sz="2000"/>
            </a:lvl3pPr>
          </a:lstStyle>
          <a:p>
            <a:pPr lvl="0"/>
            <a:r>
              <a:rPr lang="zh-CN" altLang="en-US" dirty="0" smtClean="0"/>
              <a:t>单击此处编辑母版文本样式</a:t>
            </a:r>
            <a:endParaRPr lang="zh-CN" altLang="en-US" dirty="0" smtClean="0"/>
          </a:p>
          <a:p>
            <a:pPr lvl="2"/>
            <a:r>
              <a:rPr lang="zh-CN" altLang="en-US" dirty="0" smtClean="0"/>
              <a:t>第二级</a:t>
            </a:r>
            <a:endParaRPr lang="zh-CN" altLang="en-US" dirty="0" smtClean="0"/>
          </a:p>
          <a:p>
            <a:pPr lvl="3"/>
            <a:r>
              <a:rPr lang="zh-CN" altLang="en-US" dirty="0" smtClean="0"/>
              <a:t>第三级</a:t>
            </a:r>
            <a:endParaRPr lang="zh-CN" altLang="en-US" dirty="0" smtClean="0"/>
          </a:p>
          <a:p>
            <a:pPr lvl="4"/>
            <a:r>
              <a:rPr lang="zh-CN" altLang="en-US" dirty="0" smtClean="0"/>
              <a:t>第四级</a:t>
            </a:r>
            <a:endParaRPr lang="zh-CN" altLang="en-US" dirty="0" smtClean="0"/>
          </a:p>
          <a:p>
            <a:pPr lvl="5"/>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133EB358-2E90-4177-A16B-8ECBD7006E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3EA503-1E4C-46FE-A753-80C196677C3A}"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623888" y="4589465"/>
            <a:ext cx="7886700" cy="1500187"/>
          </a:xfrm>
        </p:spPr>
        <p:txBody>
          <a:bodyPr>
            <a:normAutofit/>
          </a:bodyPr>
          <a:lstStyle>
            <a:lvl1pPr marL="0" indent="0">
              <a:buNone/>
              <a:defRPr sz="20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zh-CN" altLang="en-US" dirty="0" smtClean="0"/>
              <a:t>单击此处编辑母版文本样式</a:t>
            </a:r>
            <a:endParaRPr lang="zh-CN" altLang="en-US" dirty="0" smtClean="0"/>
          </a:p>
        </p:txBody>
      </p:sp>
      <p:sp>
        <p:nvSpPr>
          <p:cNvPr id="7" name="MH_Title"/>
          <p:cNvSpPr>
            <a:spLocks noChangeArrowheads="1"/>
          </p:cNvSpPr>
          <p:nvPr/>
        </p:nvSpPr>
        <p:spPr bwMode="auto">
          <a:xfrm>
            <a:off x="1" y="3267118"/>
            <a:ext cx="5843257" cy="110143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7972" tIns="0" rIns="107972" bIns="0" anchor="ctr">
            <a:normAutofit/>
          </a:bodyPr>
          <a:lstStyle>
            <a:lvl1pPr algn="just">
              <a:lnSpc>
                <a:spcPct val="110000"/>
              </a:lnSpc>
              <a:spcBef>
                <a:spcPts val="1800"/>
              </a:spcBef>
              <a:buClr>
                <a:srgbClr val="40B0FF"/>
              </a:buClr>
              <a:buSzPct val="60000"/>
              <a:buFont typeface="Wingdings" pitchFamily="2" charset="2"/>
              <a:buChar char=""/>
              <a:defRPr sz="2400">
                <a:solidFill>
                  <a:schemeClr val="accent1"/>
                </a:solidFill>
                <a:latin typeface="Arial" pitchFamily="34" charset="0"/>
                <a:ea typeface="黑体" pitchFamily="49" charset="-122"/>
              </a:defRPr>
            </a:lvl1pPr>
            <a:lvl2pPr marL="742950" indent="-285750" algn="just">
              <a:lnSpc>
                <a:spcPct val="130000"/>
              </a:lnSpc>
              <a:spcAft>
                <a:spcPts val="600"/>
              </a:spcAft>
              <a:buClr>
                <a:srgbClr val="A6A1E0"/>
              </a:buClr>
              <a:buFont typeface="幼圆" pitchFamily="49" charset="-122"/>
              <a:buChar char=" "/>
              <a:defRPr sz="2000">
                <a:solidFill>
                  <a:srgbClr val="7D7D7D"/>
                </a:solidFill>
                <a:latin typeface="Arial" pitchFamily="34" charset="0"/>
                <a:ea typeface="黑体" pitchFamily="49" charset="-122"/>
              </a:defRPr>
            </a:lvl2pPr>
            <a:lvl3pPr marL="1143000" indent="-228600">
              <a:lnSpc>
                <a:spcPct val="90000"/>
              </a:lnSpc>
              <a:spcBef>
                <a:spcPts val="500"/>
              </a:spcBef>
              <a:buFont typeface="Arial" pitchFamily="34" charset="0"/>
              <a:buChar char="•"/>
              <a:defRPr sz="2000">
                <a:solidFill>
                  <a:schemeClr val="tx1"/>
                </a:solidFill>
                <a:latin typeface="Arial" pitchFamily="34" charset="0"/>
                <a:ea typeface="幼圆" pitchFamily="49" charset="-122"/>
              </a:defRPr>
            </a:lvl3pPr>
            <a:lvl4pPr marL="1600200" indent="-228600">
              <a:lnSpc>
                <a:spcPct val="90000"/>
              </a:lnSpc>
              <a:spcBef>
                <a:spcPts val="500"/>
              </a:spcBef>
              <a:buFont typeface="Arial" pitchFamily="34" charset="0"/>
              <a:buChar char="•"/>
              <a:defRPr>
                <a:solidFill>
                  <a:schemeClr val="tx1"/>
                </a:solidFill>
                <a:latin typeface="Arial" pitchFamily="34" charset="0"/>
                <a:ea typeface="幼圆" pitchFamily="49" charset="-122"/>
              </a:defRPr>
            </a:lvl4pPr>
            <a:lvl5pPr marL="2057400" indent="-228600">
              <a:lnSpc>
                <a:spcPct val="90000"/>
              </a:lnSpc>
              <a:spcBef>
                <a:spcPts val="500"/>
              </a:spcBef>
              <a:buFont typeface="Arial" pitchFamily="34" charset="0"/>
              <a:buChar char="•"/>
              <a:defRPr>
                <a:solidFill>
                  <a:schemeClr val="tx1"/>
                </a:solidFill>
                <a:latin typeface="Arial" pitchFamily="34" charset="0"/>
                <a:ea typeface="幼圆" pitchFamily="49" charset="-122"/>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Arial" pitchFamily="34" charset="0"/>
                <a:ea typeface="幼圆" pitchFamily="49" charset="-122"/>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Arial" pitchFamily="34" charset="0"/>
                <a:ea typeface="幼圆" pitchFamily="49" charset="-122"/>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Arial" pitchFamily="34" charset="0"/>
                <a:ea typeface="幼圆" pitchFamily="49" charset="-122"/>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Arial" pitchFamily="34" charset="0"/>
                <a:ea typeface="幼圆" pitchFamily="49" charset="-122"/>
              </a:defRPr>
            </a:lvl9pPr>
          </a:lstStyle>
          <a:p>
            <a:pPr algn="r" eaLnBrk="1" hangingPunct="1">
              <a:spcBef>
                <a:spcPct val="0"/>
              </a:spcBef>
              <a:buClrTx/>
              <a:buSzTx/>
              <a:buFont typeface="Arial" pitchFamily="34" charset="0"/>
              <a:buNone/>
            </a:pPr>
            <a:endParaRPr lang="zh-CN" altLang="en-US" sz="2800" dirty="0">
              <a:solidFill>
                <a:srgbClr val="FFFFFF"/>
              </a:solidFill>
            </a:endParaRPr>
          </a:p>
        </p:txBody>
      </p:sp>
      <p:sp>
        <p:nvSpPr>
          <p:cNvPr id="8" name="MH_Others_1"/>
          <p:cNvSpPr>
            <a:spLocks noChangeArrowheads="1"/>
          </p:cNvSpPr>
          <p:nvPr/>
        </p:nvSpPr>
        <p:spPr bwMode="auto">
          <a:xfrm>
            <a:off x="7032940" y="2306932"/>
            <a:ext cx="2111060" cy="712601"/>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0979" tIns="0" rIns="0" bIns="53986" anchor="ctr">
            <a:normAutofit fontScale="92500" lnSpcReduction="10000"/>
          </a:bodyPr>
          <a:lstStyle>
            <a:lvl1pPr algn="just">
              <a:lnSpc>
                <a:spcPct val="110000"/>
              </a:lnSpc>
              <a:spcBef>
                <a:spcPts val="1800"/>
              </a:spcBef>
              <a:buClr>
                <a:srgbClr val="40B0FF"/>
              </a:buClr>
              <a:buSzPct val="60000"/>
              <a:buFont typeface="Wingdings" pitchFamily="2" charset="2"/>
              <a:buChar char=""/>
              <a:defRPr sz="2400">
                <a:solidFill>
                  <a:schemeClr val="accent1"/>
                </a:solidFill>
                <a:latin typeface="Arial" pitchFamily="34" charset="0"/>
                <a:ea typeface="黑体" pitchFamily="49" charset="-122"/>
              </a:defRPr>
            </a:lvl1pPr>
            <a:lvl2pPr marL="742950" indent="-285750" algn="just">
              <a:lnSpc>
                <a:spcPct val="130000"/>
              </a:lnSpc>
              <a:spcAft>
                <a:spcPts val="600"/>
              </a:spcAft>
              <a:buClr>
                <a:srgbClr val="A6A1E0"/>
              </a:buClr>
              <a:buFont typeface="幼圆" pitchFamily="49" charset="-122"/>
              <a:buChar char=" "/>
              <a:defRPr sz="2000">
                <a:solidFill>
                  <a:srgbClr val="7D7D7D"/>
                </a:solidFill>
                <a:latin typeface="Arial" pitchFamily="34" charset="0"/>
                <a:ea typeface="黑体" pitchFamily="49" charset="-122"/>
              </a:defRPr>
            </a:lvl2pPr>
            <a:lvl3pPr marL="1143000" indent="-228600">
              <a:lnSpc>
                <a:spcPct val="90000"/>
              </a:lnSpc>
              <a:spcBef>
                <a:spcPts val="500"/>
              </a:spcBef>
              <a:buFont typeface="Arial" pitchFamily="34" charset="0"/>
              <a:buChar char="•"/>
              <a:defRPr sz="2000">
                <a:solidFill>
                  <a:schemeClr val="tx1"/>
                </a:solidFill>
                <a:latin typeface="Arial" pitchFamily="34" charset="0"/>
                <a:ea typeface="幼圆" pitchFamily="49" charset="-122"/>
              </a:defRPr>
            </a:lvl3pPr>
            <a:lvl4pPr marL="1600200" indent="-228600">
              <a:lnSpc>
                <a:spcPct val="90000"/>
              </a:lnSpc>
              <a:spcBef>
                <a:spcPts val="500"/>
              </a:spcBef>
              <a:buFont typeface="Arial" pitchFamily="34" charset="0"/>
              <a:buChar char="•"/>
              <a:defRPr>
                <a:solidFill>
                  <a:schemeClr val="tx1"/>
                </a:solidFill>
                <a:latin typeface="Arial" pitchFamily="34" charset="0"/>
                <a:ea typeface="幼圆" pitchFamily="49" charset="-122"/>
              </a:defRPr>
            </a:lvl4pPr>
            <a:lvl5pPr marL="2057400" indent="-228600">
              <a:lnSpc>
                <a:spcPct val="90000"/>
              </a:lnSpc>
              <a:spcBef>
                <a:spcPts val="500"/>
              </a:spcBef>
              <a:buFont typeface="Arial" pitchFamily="34" charset="0"/>
              <a:buChar char="•"/>
              <a:defRPr>
                <a:solidFill>
                  <a:schemeClr val="tx1"/>
                </a:solidFill>
                <a:latin typeface="Arial" pitchFamily="34" charset="0"/>
                <a:ea typeface="幼圆" pitchFamily="49" charset="-122"/>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Arial" pitchFamily="34" charset="0"/>
                <a:ea typeface="幼圆" pitchFamily="49" charset="-122"/>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Arial" pitchFamily="34" charset="0"/>
                <a:ea typeface="幼圆" pitchFamily="49" charset="-122"/>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Arial" pitchFamily="34" charset="0"/>
                <a:ea typeface="幼圆" pitchFamily="49" charset="-122"/>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Arial" pitchFamily="34" charset="0"/>
                <a:ea typeface="幼圆" pitchFamily="49" charset="-122"/>
              </a:defRPr>
            </a:lvl9pPr>
          </a:lstStyle>
          <a:p>
            <a:pPr algn="l" eaLnBrk="1" hangingPunct="1">
              <a:spcBef>
                <a:spcPct val="0"/>
              </a:spcBef>
              <a:buClrTx/>
              <a:buSzTx/>
              <a:buFont typeface="Arial" pitchFamily="34" charset="0"/>
              <a:buNone/>
            </a:pPr>
            <a:endParaRPr lang="zh-CN" altLang="en-US" sz="4500">
              <a:solidFill>
                <a:srgbClr val="FFFFFF"/>
              </a:solidFill>
            </a:endParaRPr>
          </a:p>
        </p:txBody>
      </p:sp>
      <p:sp>
        <p:nvSpPr>
          <p:cNvPr id="9" name="MH_Number"/>
          <p:cNvSpPr>
            <a:spLocks noChangeArrowheads="1"/>
          </p:cNvSpPr>
          <p:nvPr/>
        </p:nvSpPr>
        <p:spPr bwMode="auto">
          <a:xfrm>
            <a:off x="5931340" y="3267118"/>
            <a:ext cx="1101600" cy="110143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6993" tIns="0" rIns="0" bIns="26993" anchor="ctr">
            <a:normAutofit/>
          </a:bodyPr>
          <a:lstStyle>
            <a:lvl1pPr algn="just">
              <a:lnSpc>
                <a:spcPct val="110000"/>
              </a:lnSpc>
              <a:spcBef>
                <a:spcPts val="1800"/>
              </a:spcBef>
              <a:buClr>
                <a:srgbClr val="40B0FF"/>
              </a:buClr>
              <a:buSzPct val="60000"/>
              <a:buFont typeface="Wingdings" pitchFamily="2" charset="2"/>
              <a:buChar char=""/>
              <a:defRPr sz="2400">
                <a:solidFill>
                  <a:schemeClr val="accent1"/>
                </a:solidFill>
                <a:latin typeface="Arial" pitchFamily="34" charset="0"/>
                <a:ea typeface="黑体" pitchFamily="49" charset="-122"/>
              </a:defRPr>
            </a:lvl1pPr>
            <a:lvl2pPr marL="742950" indent="-285750" algn="just">
              <a:lnSpc>
                <a:spcPct val="130000"/>
              </a:lnSpc>
              <a:spcAft>
                <a:spcPts val="600"/>
              </a:spcAft>
              <a:buClr>
                <a:srgbClr val="A6A1E0"/>
              </a:buClr>
              <a:buFont typeface="幼圆" pitchFamily="49" charset="-122"/>
              <a:buChar char=" "/>
              <a:defRPr sz="2000">
                <a:solidFill>
                  <a:srgbClr val="7D7D7D"/>
                </a:solidFill>
                <a:latin typeface="Arial" pitchFamily="34" charset="0"/>
                <a:ea typeface="黑体" pitchFamily="49" charset="-122"/>
              </a:defRPr>
            </a:lvl2pPr>
            <a:lvl3pPr marL="1143000" indent="-228600">
              <a:lnSpc>
                <a:spcPct val="90000"/>
              </a:lnSpc>
              <a:spcBef>
                <a:spcPts val="500"/>
              </a:spcBef>
              <a:buFont typeface="Arial" pitchFamily="34" charset="0"/>
              <a:buChar char="•"/>
              <a:defRPr sz="2000">
                <a:solidFill>
                  <a:schemeClr val="tx1"/>
                </a:solidFill>
                <a:latin typeface="Arial" pitchFamily="34" charset="0"/>
                <a:ea typeface="幼圆" pitchFamily="49" charset="-122"/>
              </a:defRPr>
            </a:lvl3pPr>
            <a:lvl4pPr marL="1600200" indent="-228600">
              <a:lnSpc>
                <a:spcPct val="90000"/>
              </a:lnSpc>
              <a:spcBef>
                <a:spcPts val="500"/>
              </a:spcBef>
              <a:buFont typeface="Arial" pitchFamily="34" charset="0"/>
              <a:buChar char="•"/>
              <a:defRPr>
                <a:solidFill>
                  <a:schemeClr val="tx1"/>
                </a:solidFill>
                <a:latin typeface="Arial" pitchFamily="34" charset="0"/>
                <a:ea typeface="幼圆" pitchFamily="49" charset="-122"/>
              </a:defRPr>
            </a:lvl4pPr>
            <a:lvl5pPr marL="2057400" indent="-228600">
              <a:lnSpc>
                <a:spcPct val="90000"/>
              </a:lnSpc>
              <a:spcBef>
                <a:spcPts val="500"/>
              </a:spcBef>
              <a:buFont typeface="Arial" pitchFamily="34" charset="0"/>
              <a:buChar char="•"/>
              <a:defRPr>
                <a:solidFill>
                  <a:schemeClr val="tx1"/>
                </a:solidFill>
                <a:latin typeface="Arial" pitchFamily="34" charset="0"/>
                <a:ea typeface="幼圆" pitchFamily="49" charset="-122"/>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Arial" pitchFamily="34" charset="0"/>
                <a:ea typeface="幼圆" pitchFamily="49" charset="-122"/>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Arial" pitchFamily="34" charset="0"/>
                <a:ea typeface="幼圆" pitchFamily="49" charset="-122"/>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Arial" pitchFamily="34" charset="0"/>
                <a:ea typeface="幼圆" pitchFamily="49" charset="-122"/>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Arial" pitchFamily="34" charset="0"/>
                <a:ea typeface="幼圆" pitchFamily="49" charset="-122"/>
              </a:defRPr>
            </a:lvl9pPr>
          </a:lstStyle>
          <a:p>
            <a:pPr algn="ctr" eaLnBrk="1" hangingPunct="1">
              <a:spcBef>
                <a:spcPct val="0"/>
              </a:spcBef>
              <a:buClrTx/>
              <a:buSzTx/>
              <a:buFont typeface="Arial" pitchFamily="34" charset="0"/>
              <a:buNone/>
            </a:pPr>
            <a:endParaRPr lang="zh-CN" altLang="en-US" sz="4500" dirty="0">
              <a:solidFill>
                <a:srgbClr val="FFFFFF"/>
              </a:solidFill>
            </a:endParaRPr>
          </a:p>
        </p:txBody>
      </p:sp>
      <p:sp>
        <p:nvSpPr>
          <p:cNvPr id="2" name="标题 1"/>
          <p:cNvSpPr>
            <a:spLocks noGrp="1"/>
          </p:cNvSpPr>
          <p:nvPr>
            <p:ph type="title"/>
          </p:nvPr>
        </p:nvSpPr>
        <p:spPr>
          <a:xfrm>
            <a:off x="0" y="3268800"/>
            <a:ext cx="5842800" cy="1101600"/>
          </a:xfrm>
        </p:spPr>
        <p:txBody>
          <a:bodyPr lIns="144000" tIns="0" rIns="144000" bIns="0" anchor="ctr" anchorCtr="0">
            <a:normAutofit/>
          </a:bodyPr>
          <a:lstStyle>
            <a:lvl1pPr algn="r">
              <a:defRPr sz="2800" b="0">
                <a:solidFill>
                  <a:schemeClr val="bg1"/>
                </a:solidFill>
              </a:defRPr>
            </a:lvl1pPr>
          </a:lstStyle>
          <a:p>
            <a:r>
              <a:rPr lang="zh-CN" altLang="en-US" dirty="0" smtClean="0"/>
              <a:t>单击此处编辑母版标题样式</a:t>
            </a:r>
            <a:endParaRPr lang="zh-CN" altLang="en-US" dirty="0"/>
          </a:p>
        </p:txBody>
      </p:sp>
      <p:sp>
        <p:nvSpPr>
          <p:cNvPr id="4" name="日期占位符 3"/>
          <p:cNvSpPr>
            <a:spLocks noGrp="1"/>
          </p:cNvSpPr>
          <p:nvPr>
            <p:ph type="dt" sz="half" idx="10"/>
          </p:nvPr>
        </p:nvSpPr>
        <p:spPr/>
        <p:txBody>
          <a:bodyPr/>
          <a:lstStyle/>
          <a:p>
            <a:fld id="{133EB358-2E90-4177-A16B-8ECBD7006E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3EA503-1E4C-46FE-A753-80C196677C3A}"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单击此处编辑母版标题样式</a:t>
            </a:r>
            <a:endParaRPr lang="zh-CN" altLang="en-US" dirty="0"/>
          </a:p>
        </p:txBody>
      </p:sp>
      <p:sp>
        <p:nvSpPr>
          <p:cNvPr id="3" name="内容占位符 2"/>
          <p:cNvSpPr>
            <a:spLocks noGrp="1"/>
          </p:cNvSpPr>
          <p:nvPr>
            <p:ph sz="half" idx="1"/>
          </p:nvPr>
        </p:nvSpPr>
        <p:spPr>
          <a:xfrm>
            <a:off x="628649" y="1282173"/>
            <a:ext cx="3878263" cy="4959877"/>
          </a:xfrm>
        </p:spPr>
        <p:txBody>
          <a:bodyPr>
            <a:normAutofit/>
          </a:bodyPr>
          <a:lstStyle>
            <a:lvl1pPr>
              <a:defRPr>
                <a:solidFill>
                  <a:srgbClr val="3B4355"/>
                </a:solidFill>
              </a:defRPr>
            </a:lvl1pPr>
            <a:lvl3pPr marL="539750">
              <a:defRPr sz="2000">
                <a:solidFill>
                  <a:srgbClr val="3B4355"/>
                </a:solidFill>
              </a:defRPr>
            </a:lvl3pPr>
            <a:lvl4pPr marL="810260">
              <a:defRPr sz="1800">
                <a:solidFill>
                  <a:srgbClr val="3B4355"/>
                </a:solidFill>
              </a:defRPr>
            </a:lvl4pPr>
            <a:lvl5pPr marL="1080135">
              <a:defRPr sz="1800">
                <a:solidFill>
                  <a:srgbClr val="3B4355"/>
                </a:solidFill>
              </a:defRPr>
            </a:lvl5pPr>
            <a:lvl6pPr marL="1350010">
              <a:defRPr sz="1800">
                <a:solidFill>
                  <a:srgbClr val="3B4355"/>
                </a:solidFill>
              </a:defRPr>
            </a:lvl6pPr>
          </a:lstStyle>
          <a:p>
            <a:pPr lvl="0"/>
            <a:r>
              <a:rPr lang="zh-CN" altLang="en-US" dirty="0" smtClean="0"/>
              <a:t>单击此处编辑母版文本样式</a:t>
            </a:r>
            <a:endParaRPr lang="zh-CN" altLang="en-US" dirty="0" smtClean="0"/>
          </a:p>
          <a:p>
            <a:pPr lvl="2"/>
            <a:r>
              <a:rPr lang="zh-CN" altLang="en-US" dirty="0" smtClean="0"/>
              <a:t>第二级</a:t>
            </a:r>
            <a:endParaRPr lang="zh-CN" altLang="en-US" dirty="0" smtClean="0"/>
          </a:p>
          <a:p>
            <a:pPr lvl="3"/>
            <a:r>
              <a:rPr lang="zh-CN" altLang="en-US" dirty="0" smtClean="0"/>
              <a:t>第三级</a:t>
            </a:r>
            <a:endParaRPr lang="zh-CN" altLang="en-US" dirty="0" smtClean="0"/>
          </a:p>
          <a:p>
            <a:pPr lvl="4"/>
            <a:r>
              <a:rPr lang="zh-CN" altLang="en-US" dirty="0" smtClean="0"/>
              <a:t>第四级</a:t>
            </a:r>
            <a:endParaRPr lang="zh-CN" altLang="en-US" dirty="0" smtClean="0"/>
          </a:p>
          <a:p>
            <a:pPr lvl="5"/>
            <a:r>
              <a:rPr lang="zh-CN" altLang="en-US" dirty="0" smtClean="0"/>
              <a:t>第五级</a:t>
            </a:r>
            <a:endParaRPr lang="zh-CN" altLang="en-US" dirty="0"/>
          </a:p>
        </p:txBody>
      </p:sp>
      <p:sp>
        <p:nvSpPr>
          <p:cNvPr id="4" name="内容占位符 3"/>
          <p:cNvSpPr>
            <a:spLocks noGrp="1"/>
          </p:cNvSpPr>
          <p:nvPr>
            <p:ph sz="half" idx="2"/>
          </p:nvPr>
        </p:nvSpPr>
        <p:spPr>
          <a:xfrm>
            <a:off x="4659313" y="1282173"/>
            <a:ext cx="3856037" cy="4959877"/>
          </a:xfrm>
        </p:spPr>
        <p:txBody>
          <a:bodyPr>
            <a:normAutofit/>
          </a:bodyPr>
          <a:lstStyle>
            <a:lvl1pPr>
              <a:defRPr>
                <a:solidFill>
                  <a:srgbClr val="3B4355"/>
                </a:solidFill>
              </a:defRPr>
            </a:lvl1pPr>
            <a:lvl3pPr marL="539750">
              <a:defRPr sz="2000">
                <a:solidFill>
                  <a:srgbClr val="3B4355"/>
                </a:solidFill>
              </a:defRPr>
            </a:lvl3pPr>
            <a:lvl4pPr marL="810260">
              <a:defRPr sz="1800">
                <a:solidFill>
                  <a:srgbClr val="3B4355"/>
                </a:solidFill>
              </a:defRPr>
            </a:lvl4pPr>
            <a:lvl5pPr marL="1080135">
              <a:defRPr sz="1800">
                <a:solidFill>
                  <a:srgbClr val="3B4355"/>
                </a:solidFill>
              </a:defRPr>
            </a:lvl5pPr>
            <a:lvl6pPr marL="1350010">
              <a:defRPr sz="1800">
                <a:solidFill>
                  <a:srgbClr val="3B4355"/>
                </a:solidFill>
              </a:defRPr>
            </a:lvl6pPr>
          </a:lstStyle>
          <a:p>
            <a:pPr lvl="0"/>
            <a:r>
              <a:rPr lang="zh-CN" altLang="en-US" dirty="0" smtClean="0"/>
              <a:t>单击此处编辑母版文本样式</a:t>
            </a:r>
            <a:endParaRPr lang="zh-CN" altLang="en-US" dirty="0" smtClean="0"/>
          </a:p>
          <a:p>
            <a:pPr lvl="2"/>
            <a:r>
              <a:rPr lang="zh-CN" altLang="en-US" dirty="0" smtClean="0"/>
              <a:t>第二级</a:t>
            </a:r>
            <a:endParaRPr lang="zh-CN" altLang="en-US" dirty="0" smtClean="0"/>
          </a:p>
          <a:p>
            <a:pPr lvl="3"/>
            <a:r>
              <a:rPr lang="zh-CN" altLang="en-US" dirty="0" smtClean="0"/>
              <a:t>第三级</a:t>
            </a:r>
            <a:endParaRPr lang="zh-CN" altLang="en-US" dirty="0" smtClean="0"/>
          </a:p>
          <a:p>
            <a:pPr lvl="4"/>
            <a:r>
              <a:rPr lang="zh-CN" altLang="en-US" dirty="0" smtClean="0"/>
              <a:t>第四级</a:t>
            </a:r>
            <a:endParaRPr lang="zh-CN" altLang="en-US" dirty="0" smtClean="0"/>
          </a:p>
          <a:p>
            <a:pPr lvl="5"/>
            <a:r>
              <a:rPr lang="zh-CN" altLang="en-US" dirty="0" smtClean="0"/>
              <a:t>第五级</a:t>
            </a:r>
            <a:endParaRPr lang="zh-CN" altLang="en-US" dirty="0"/>
          </a:p>
        </p:txBody>
      </p:sp>
      <p:sp>
        <p:nvSpPr>
          <p:cNvPr id="5" name="日期占位符 4"/>
          <p:cNvSpPr>
            <a:spLocks noGrp="1"/>
          </p:cNvSpPr>
          <p:nvPr>
            <p:ph type="dt" sz="half" idx="10"/>
          </p:nvPr>
        </p:nvSpPr>
        <p:spPr/>
        <p:txBody>
          <a:bodyPr/>
          <a:lstStyle/>
          <a:p>
            <a:fld id="{133EB358-2E90-4177-A16B-8ECBD7006EA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D3EA503-1E4C-46FE-A753-80C196677C3A}"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8650" y="190800"/>
            <a:ext cx="7886700" cy="720000"/>
          </a:xfrm>
        </p:spPr>
        <p:txBody>
          <a:bodyP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9" y="1389063"/>
            <a:ext cx="3868737" cy="823912"/>
          </a:xfrm>
        </p:spPr>
        <p:txBody>
          <a:bodyPr anchor="b">
            <a:normAutofit/>
          </a:bodyPr>
          <a:lstStyle>
            <a:lvl1pPr marL="0" indent="0">
              <a:buNone/>
              <a:defRPr sz="24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30239" y="2336799"/>
            <a:ext cx="3868737" cy="3852863"/>
          </a:xfrm>
        </p:spPr>
        <p:txBody>
          <a:bodyPr>
            <a:normAutofit/>
          </a:bodyPr>
          <a:lstStyle>
            <a:lvl3pPr>
              <a:defRPr sz="2000"/>
            </a:lvl3pPr>
            <a:lvl4pPr>
              <a:defRPr sz="1800"/>
            </a:lvl4pPr>
            <a:lvl5pPr>
              <a:defRPr sz="1800"/>
            </a:lvl5pPr>
            <a:lvl6pPr>
              <a:defRPr sz="1800"/>
            </a:lvl6pPr>
          </a:lstStyle>
          <a:p>
            <a:pPr lvl="0"/>
            <a:r>
              <a:rPr lang="zh-CN" altLang="en-US" dirty="0" smtClean="0"/>
              <a:t>单击此处编辑母版文本样式</a:t>
            </a:r>
            <a:endParaRPr lang="zh-CN" altLang="en-US" dirty="0" smtClean="0"/>
          </a:p>
          <a:p>
            <a:pPr lvl="2"/>
            <a:r>
              <a:rPr lang="zh-CN" altLang="en-US" dirty="0" smtClean="0"/>
              <a:t>第二级</a:t>
            </a:r>
            <a:endParaRPr lang="zh-CN" altLang="en-US" dirty="0" smtClean="0"/>
          </a:p>
          <a:p>
            <a:pPr lvl="3"/>
            <a:r>
              <a:rPr lang="zh-CN" altLang="en-US" dirty="0" smtClean="0"/>
              <a:t>第三级</a:t>
            </a:r>
            <a:endParaRPr lang="zh-CN" altLang="en-US" dirty="0" smtClean="0"/>
          </a:p>
          <a:p>
            <a:pPr lvl="4"/>
            <a:r>
              <a:rPr lang="zh-CN" altLang="en-US" dirty="0" smtClean="0"/>
              <a:t>第四级</a:t>
            </a:r>
            <a:endParaRPr lang="zh-CN" altLang="en-US" dirty="0" smtClean="0"/>
          </a:p>
          <a:p>
            <a:pPr lvl="5"/>
            <a:r>
              <a:rPr lang="zh-CN" altLang="en-US" dirty="0" smtClean="0"/>
              <a:t>第五级</a:t>
            </a:r>
            <a:endParaRPr lang="zh-CN" altLang="en-US" dirty="0"/>
          </a:p>
        </p:txBody>
      </p:sp>
      <p:sp>
        <p:nvSpPr>
          <p:cNvPr id="5" name="文本占位符 4"/>
          <p:cNvSpPr>
            <a:spLocks noGrp="1"/>
          </p:cNvSpPr>
          <p:nvPr>
            <p:ph type="body" sz="quarter" idx="3"/>
          </p:nvPr>
        </p:nvSpPr>
        <p:spPr>
          <a:xfrm>
            <a:off x="4629150" y="1389063"/>
            <a:ext cx="3887788" cy="823912"/>
          </a:xfrm>
        </p:spPr>
        <p:txBody>
          <a:bodyPr anchor="b">
            <a:normAutofit/>
          </a:bodyPr>
          <a:lstStyle>
            <a:lvl1pPr marL="0" indent="0">
              <a:buNone/>
              <a:defRPr sz="24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29150" y="2336799"/>
            <a:ext cx="3887788" cy="3852863"/>
          </a:xfrm>
        </p:spPr>
        <p:txBody>
          <a:bodyPr>
            <a:normAutofit/>
          </a:bodyPr>
          <a:lstStyle>
            <a:lvl3pPr>
              <a:defRPr sz="2000"/>
            </a:lvl3pPr>
            <a:lvl4pPr>
              <a:defRPr sz="1800"/>
            </a:lvl4pPr>
            <a:lvl5pPr>
              <a:defRPr sz="1800"/>
            </a:lvl5pPr>
            <a:lvl6pPr>
              <a:defRPr sz="1800"/>
            </a:lvl6pPr>
          </a:lstStyle>
          <a:p>
            <a:pPr lvl="0"/>
            <a:r>
              <a:rPr lang="zh-CN" altLang="en-US" dirty="0" smtClean="0"/>
              <a:t>单击此处编辑母版文本样式</a:t>
            </a:r>
            <a:endParaRPr lang="zh-CN" altLang="en-US" dirty="0" smtClean="0"/>
          </a:p>
          <a:p>
            <a:pPr lvl="2"/>
            <a:r>
              <a:rPr lang="zh-CN" altLang="en-US" dirty="0" smtClean="0"/>
              <a:t>第二级</a:t>
            </a:r>
            <a:endParaRPr lang="zh-CN" altLang="en-US" dirty="0" smtClean="0"/>
          </a:p>
          <a:p>
            <a:pPr lvl="3"/>
            <a:r>
              <a:rPr lang="zh-CN" altLang="en-US" dirty="0" smtClean="0"/>
              <a:t>第三级</a:t>
            </a:r>
            <a:endParaRPr lang="zh-CN" altLang="en-US" dirty="0" smtClean="0"/>
          </a:p>
          <a:p>
            <a:pPr lvl="4"/>
            <a:r>
              <a:rPr lang="zh-CN" altLang="en-US" dirty="0" smtClean="0"/>
              <a:t>第四级</a:t>
            </a:r>
            <a:endParaRPr lang="zh-CN" altLang="en-US" dirty="0" smtClean="0"/>
          </a:p>
          <a:p>
            <a:pPr lvl="5"/>
            <a:r>
              <a:rPr lang="zh-CN" altLang="en-US" dirty="0" smtClean="0"/>
              <a:t>第五级</a:t>
            </a:r>
            <a:endParaRPr lang="zh-CN" altLang="en-US" dirty="0"/>
          </a:p>
        </p:txBody>
      </p:sp>
      <p:sp>
        <p:nvSpPr>
          <p:cNvPr id="7" name="日期占位符 6"/>
          <p:cNvSpPr>
            <a:spLocks noGrp="1"/>
          </p:cNvSpPr>
          <p:nvPr>
            <p:ph type="dt" sz="half" idx="10"/>
          </p:nvPr>
        </p:nvSpPr>
        <p:spPr/>
        <p:txBody>
          <a:bodyPr/>
          <a:lstStyle/>
          <a:p>
            <a:fld id="{133EB358-2E90-4177-A16B-8ECBD7006EA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D3EA503-1E4C-46FE-A753-80C196677C3A}"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6" name="矩形 5"/>
          <p:cNvSpPr>
            <a:spLocks noChangeArrowheads="1"/>
          </p:cNvSpPr>
          <p:nvPr/>
        </p:nvSpPr>
        <p:spPr bwMode="auto">
          <a:xfrm>
            <a:off x="1142703" y="2776710"/>
            <a:ext cx="6858596" cy="420577"/>
          </a:xfrm>
          <a:prstGeom prst="rect">
            <a:avLst/>
          </a:prstGeom>
          <a:solidFill>
            <a:schemeClr val="accent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7610" tIns="35234" rIns="67610" bIns="35234" anchor="ctr">
            <a:normAutofit/>
          </a:bodyPr>
          <a:lstStyle>
            <a:lvl1pPr algn="just">
              <a:lnSpc>
                <a:spcPct val="110000"/>
              </a:lnSpc>
              <a:spcBef>
                <a:spcPts val="1800"/>
              </a:spcBef>
              <a:buClr>
                <a:srgbClr val="40B0FF"/>
              </a:buClr>
              <a:buSzPct val="60000"/>
              <a:buFont typeface="Wingdings" pitchFamily="2" charset="2"/>
              <a:buChar char=""/>
              <a:defRPr sz="2400">
                <a:solidFill>
                  <a:schemeClr val="accent1"/>
                </a:solidFill>
                <a:latin typeface="Arial" pitchFamily="34" charset="0"/>
                <a:ea typeface="黑体" pitchFamily="49" charset="-122"/>
              </a:defRPr>
            </a:lvl1pPr>
            <a:lvl2pPr marL="742950" indent="-285750" algn="just">
              <a:lnSpc>
                <a:spcPct val="130000"/>
              </a:lnSpc>
              <a:spcAft>
                <a:spcPts val="600"/>
              </a:spcAft>
              <a:buClr>
                <a:srgbClr val="A6A1E0"/>
              </a:buClr>
              <a:buFont typeface="幼圆" pitchFamily="49" charset="-122"/>
              <a:buChar char=" "/>
              <a:defRPr sz="2000">
                <a:solidFill>
                  <a:srgbClr val="7D7D7D"/>
                </a:solidFill>
                <a:latin typeface="Arial" pitchFamily="34" charset="0"/>
                <a:ea typeface="黑体" pitchFamily="49" charset="-122"/>
              </a:defRPr>
            </a:lvl2pPr>
            <a:lvl3pPr marL="1143000" indent="-228600">
              <a:lnSpc>
                <a:spcPct val="90000"/>
              </a:lnSpc>
              <a:spcBef>
                <a:spcPts val="500"/>
              </a:spcBef>
              <a:buFont typeface="Arial" pitchFamily="34" charset="0"/>
              <a:buChar char="•"/>
              <a:defRPr sz="2000">
                <a:solidFill>
                  <a:schemeClr val="tx1"/>
                </a:solidFill>
                <a:latin typeface="Arial" pitchFamily="34" charset="0"/>
                <a:ea typeface="幼圆" pitchFamily="49" charset="-122"/>
              </a:defRPr>
            </a:lvl3pPr>
            <a:lvl4pPr marL="1600200" indent="-228600">
              <a:lnSpc>
                <a:spcPct val="90000"/>
              </a:lnSpc>
              <a:spcBef>
                <a:spcPts val="500"/>
              </a:spcBef>
              <a:buFont typeface="Arial" pitchFamily="34" charset="0"/>
              <a:buChar char="•"/>
              <a:defRPr>
                <a:solidFill>
                  <a:schemeClr val="tx1"/>
                </a:solidFill>
                <a:latin typeface="Arial" pitchFamily="34" charset="0"/>
                <a:ea typeface="幼圆" pitchFamily="49" charset="-122"/>
              </a:defRPr>
            </a:lvl4pPr>
            <a:lvl5pPr marL="2057400" indent="-228600">
              <a:lnSpc>
                <a:spcPct val="90000"/>
              </a:lnSpc>
              <a:spcBef>
                <a:spcPts val="500"/>
              </a:spcBef>
              <a:buFont typeface="Arial" pitchFamily="34" charset="0"/>
              <a:buChar char="•"/>
              <a:defRPr>
                <a:solidFill>
                  <a:schemeClr val="tx1"/>
                </a:solidFill>
                <a:latin typeface="Arial" pitchFamily="34" charset="0"/>
                <a:ea typeface="幼圆" pitchFamily="49" charset="-122"/>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Arial" pitchFamily="34" charset="0"/>
                <a:ea typeface="幼圆" pitchFamily="49" charset="-122"/>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Arial" pitchFamily="34" charset="0"/>
                <a:ea typeface="幼圆" pitchFamily="49" charset="-122"/>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Arial" pitchFamily="34" charset="0"/>
                <a:ea typeface="幼圆" pitchFamily="49" charset="-122"/>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Arial" pitchFamily="34" charset="0"/>
                <a:ea typeface="幼圆" pitchFamily="49" charset="-122"/>
              </a:defRPr>
            </a:lvl9pPr>
          </a:lstStyle>
          <a:p>
            <a:pPr algn="ctr" eaLnBrk="1" hangingPunct="1">
              <a:spcBef>
                <a:spcPct val="0"/>
              </a:spcBef>
              <a:buClrTx/>
              <a:buSzTx/>
              <a:buFont typeface="Arial" pitchFamily="34" charset="0"/>
              <a:buNone/>
            </a:pPr>
            <a:endParaRPr lang="zh-CN" altLang="en-US" sz="1350">
              <a:solidFill>
                <a:srgbClr val="FFFFFF"/>
              </a:solidFill>
              <a:latin typeface="Calibri" pitchFamily="34" charset="0"/>
              <a:ea typeface="宋体" pitchFamily="2" charset="-122"/>
            </a:endParaRPr>
          </a:p>
        </p:txBody>
      </p:sp>
      <p:sp>
        <p:nvSpPr>
          <p:cNvPr id="7" name="矩形 4"/>
          <p:cNvSpPr>
            <a:spLocks noChangeArrowheads="1"/>
          </p:cNvSpPr>
          <p:nvPr/>
        </p:nvSpPr>
        <p:spPr bwMode="auto">
          <a:xfrm>
            <a:off x="1142703" y="2873521"/>
            <a:ext cx="6858596" cy="68244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26993" rIns="0" bIns="0" anchor="ctr">
            <a:normAutofit/>
          </a:bodyPr>
          <a:lstStyle>
            <a:lvl1pPr algn="just">
              <a:lnSpc>
                <a:spcPct val="110000"/>
              </a:lnSpc>
              <a:spcBef>
                <a:spcPts val="1800"/>
              </a:spcBef>
              <a:buClr>
                <a:srgbClr val="40B0FF"/>
              </a:buClr>
              <a:buSzPct val="60000"/>
              <a:buFont typeface="Wingdings" pitchFamily="2" charset="2"/>
              <a:buChar char=""/>
              <a:defRPr sz="2400">
                <a:solidFill>
                  <a:schemeClr val="accent1"/>
                </a:solidFill>
                <a:latin typeface="Arial" pitchFamily="34" charset="0"/>
                <a:ea typeface="黑体" pitchFamily="49" charset="-122"/>
              </a:defRPr>
            </a:lvl1pPr>
            <a:lvl2pPr marL="742950" indent="-285750" algn="just">
              <a:lnSpc>
                <a:spcPct val="130000"/>
              </a:lnSpc>
              <a:spcAft>
                <a:spcPts val="600"/>
              </a:spcAft>
              <a:buClr>
                <a:srgbClr val="A6A1E0"/>
              </a:buClr>
              <a:buFont typeface="幼圆" pitchFamily="49" charset="-122"/>
              <a:buChar char=" "/>
              <a:defRPr sz="2000">
                <a:solidFill>
                  <a:srgbClr val="7D7D7D"/>
                </a:solidFill>
                <a:latin typeface="Arial" pitchFamily="34" charset="0"/>
                <a:ea typeface="黑体" pitchFamily="49" charset="-122"/>
              </a:defRPr>
            </a:lvl2pPr>
            <a:lvl3pPr marL="1143000" indent="-228600">
              <a:lnSpc>
                <a:spcPct val="90000"/>
              </a:lnSpc>
              <a:spcBef>
                <a:spcPts val="500"/>
              </a:spcBef>
              <a:buFont typeface="Arial" pitchFamily="34" charset="0"/>
              <a:buChar char="•"/>
              <a:defRPr sz="2000">
                <a:solidFill>
                  <a:schemeClr val="tx1"/>
                </a:solidFill>
                <a:latin typeface="Arial" pitchFamily="34" charset="0"/>
                <a:ea typeface="幼圆" pitchFamily="49" charset="-122"/>
              </a:defRPr>
            </a:lvl3pPr>
            <a:lvl4pPr marL="1600200" indent="-228600">
              <a:lnSpc>
                <a:spcPct val="90000"/>
              </a:lnSpc>
              <a:spcBef>
                <a:spcPts val="500"/>
              </a:spcBef>
              <a:buFont typeface="Arial" pitchFamily="34" charset="0"/>
              <a:buChar char="•"/>
              <a:defRPr>
                <a:solidFill>
                  <a:schemeClr val="tx1"/>
                </a:solidFill>
                <a:latin typeface="Arial" pitchFamily="34" charset="0"/>
                <a:ea typeface="幼圆" pitchFamily="49" charset="-122"/>
              </a:defRPr>
            </a:lvl4pPr>
            <a:lvl5pPr marL="2057400" indent="-228600">
              <a:lnSpc>
                <a:spcPct val="90000"/>
              </a:lnSpc>
              <a:spcBef>
                <a:spcPts val="500"/>
              </a:spcBef>
              <a:buFont typeface="Arial" pitchFamily="34" charset="0"/>
              <a:buChar char="•"/>
              <a:defRPr>
                <a:solidFill>
                  <a:schemeClr val="tx1"/>
                </a:solidFill>
                <a:latin typeface="Arial" pitchFamily="34" charset="0"/>
                <a:ea typeface="幼圆" pitchFamily="49" charset="-122"/>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Arial" pitchFamily="34" charset="0"/>
                <a:ea typeface="幼圆" pitchFamily="49" charset="-122"/>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Arial" pitchFamily="34" charset="0"/>
                <a:ea typeface="幼圆" pitchFamily="49" charset="-122"/>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Arial" pitchFamily="34" charset="0"/>
                <a:ea typeface="幼圆" pitchFamily="49" charset="-122"/>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Arial" pitchFamily="34" charset="0"/>
                <a:ea typeface="幼圆" pitchFamily="49" charset="-122"/>
              </a:defRPr>
            </a:lvl9pPr>
          </a:lstStyle>
          <a:p>
            <a:pPr algn="ctr" eaLnBrk="1" hangingPunct="1">
              <a:spcBef>
                <a:spcPct val="0"/>
              </a:spcBef>
              <a:buClrTx/>
              <a:buSzTx/>
              <a:buFont typeface="Arial" pitchFamily="34" charset="0"/>
              <a:buNone/>
            </a:pPr>
            <a:endParaRPr lang="zh-CN" altLang="en-US" sz="3600" b="1" dirty="0">
              <a:solidFill>
                <a:srgbClr val="FFFFFF"/>
              </a:solidFill>
            </a:endParaRPr>
          </a:p>
        </p:txBody>
      </p:sp>
      <p:sp>
        <p:nvSpPr>
          <p:cNvPr id="2" name="标题 1"/>
          <p:cNvSpPr>
            <a:spLocks noGrp="1"/>
          </p:cNvSpPr>
          <p:nvPr>
            <p:ph type="title"/>
          </p:nvPr>
        </p:nvSpPr>
        <p:spPr>
          <a:xfrm>
            <a:off x="1142100" y="2872800"/>
            <a:ext cx="6858000" cy="684000"/>
          </a:xfrm>
        </p:spPr>
        <p:txBody>
          <a:bodyPr>
            <a:normAutofit/>
          </a:bodyPr>
          <a:lstStyle>
            <a:lvl1pPr algn="ctr">
              <a:defRPr sz="3200"/>
            </a:lvl1pPr>
          </a:lstStyle>
          <a:p>
            <a:r>
              <a:rPr lang="zh-CN" altLang="en-US" dirty="0" smtClean="0"/>
              <a:t>单击此处编辑母版标题样式</a:t>
            </a:r>
            <a:endParaRPr lang="zh-CN" altLang="en-US" dirty="0"/>
          </a:p>
        </p:txBody>
      </p:sp>
      <p:sp>
        <p:nvSpPr>
          <p:cNvPr id="3" name="日期占位符 2"/>
          <p:cNvSpPr>
            <a:spLocks noGrp="1"/>
          </p:cNvSpPr>
          <p:nvPr>
            <p:ph type="dt" sz="half" idx="10"/>
          </p:nvPr>
        </p:nvSpPr>
        <p:spPr/>
        <p:txBody>
          <a:bodyPr/>
          <a:lstStyle/>
          <a:p>
            <a:fld id="{133EB358-2E90-4177-A16B-8ECBD7006EA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D3EA503-1E4C-46FE-A753-80C196677C3A}"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33EB358-2E90-4177-A16B-8ECBD7006EA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D3EA503-1E4C-46FE-A753-80C196677C3A}"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chorCtr="0">
            <a:noAutofit/>
          </a:bodyPr>
          <a:lstStyle>
            <a:lvl1pPr>
              <a:defRPr sz="4000">
                <a:solidFill>
                  <a:schemeClr val="accent1"/>
                </a:solidFill>
              </a:defRPr>
            </a:lvl1pPr>
          </a:lstStyle>
          <a:p>
            <a:r>
              <a:rPr lang="zh-CN" altLang="en-US" dirty="0" smtClean="0"/>
              <a:t>单击此处编辑标题</a:t>
            </a:r>
            <a:endParaRPr lang="zh-CN" altLang="en-US" dirty="0"/>
          </a:p>
        </p:txBody>
      </p:sp>
      <p:sp>
        <p:nvSpPr>
          <p:cNvPr id="3" name="图片占位符 2"/>
          <p:cNvSpPr>
            <a:spLocks noGrp="1"/>
          </p:cNvSpPr>
          <p:nvPr>
            <p:ph type="pic" idx="1"/>
          </p:nvPr>
        </p:nvSpPr>
        <p:spPr>
          <a:xfrm>
            <a:off x="4014391" y="733425"/>
            <a:ext cx="4478400" cy="54036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6EF2F5ED-D19D-4097-92A9-D6092B3D6E6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7AAEAA2-D029-4D23-B6D5-DE004B8B3ED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704139" y="1338218"/>
            <a:ext cx="811211" cy="4872082"/>
          </a:xfrm>
        </p:spPr>
        <p:txBody>
          <a:bodyPr vert="eaVert">
            <a:normAutofit/>
          </a:bodyPr>
          <a:lstStyle>
            <a:lvl1pPr>
              <a:defRPr sz="2800">
                <a:solidFill>
                  <a:srgbClr val="5D6063"/>
                </a:solidFill>
              </a:defRPr>
            </a:lvl1p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1338218"/>
            <a:ext cx="6940550" cy="4872082"/>
          </a:xfrm>
        </p:spPr>
        <p:txBody>
          <a:bodyPr vert="eaVert">
            <a:normAutofit/>
          </a:bodyPr>
          <a:lstStyle>
            <a:lvl1pPr>
              <a:defRPr>
                <a:solidFill>
                  <a:srgbClr val="3B4355"/>
                </a:solidFill>
              </a:defRPr>
            </a:lvl1pPr>
            <a:lvl3pPr marL="539750">
              <a:defRPr sz="2000">
                <a:solidFill>
                  <a:srgbClr val="3B4355"/>
                </a:solidFill>
              </a:defRPr>
            </a:lvl3pPr>
            <a:lvl4pPr marL="810260">
              <a:defRPr sz="1800">
                <a:solidFill>
                  <a:srgbClr val="3B4355"/>
                </a:solidFill>
              </a:defRPr>
            </a:lvl4pPr>
            <a:lvl5pPr marL="1080135">
              <a:defRPr sz="1800">
                <a:solidFill>
                  <a:srgbClr val="3B4355"/>
                </a:solidFill>
              </a:defRPr>
            </a:lvl5pPr>
            <a:lvl6pPr marL="1350010">
              <a:defRPr sz="1800">
                <a:solidFill>
                  <a:srgbClr val="3B4355"/>
                </a:solidFill>
              </a:defRPr>
            </a:lvl6pPr>
          </a:lstStyle>
          <a:p>
            <a:pPr lvl="0"/>
            <a:r>
              <a:rPr lang="zh-CN" altLang="en-US" dirty="0" smtClean="0"/>
              <a:t>单击此处编辑母版文本样式</a:t>
            </a:r>
            <a:endParaRPr lang="zh-CN" altLang="en-US" dirty="0" smtClean="0"/>
          </a:p>
          <a:p>
            <a:pPr lvl="2"/>
            <a:r>
              <a:rPr lang="zh-CN" altLang="en-US" dirty="0" smtClean="0"/>
              <a:t>第二级</a:t>
            </a:r>
            <a:endParaRPr lang="zh-CN" altLang="en-US" dirty="0" smtClean="0"/>
          </a:p>
          <a:p>
            <a:pPr lvl="3"/>
            <a:r>
              <a:rPr lang="zh-CN" altLang="en-US" dirty="0" smtClean="0"/>
              <a:t>第三级</a:t>
            </a:r>
            <a:endParaRPr lang="zh-CN" altLang="en-US" dirty="0" smtClean="0"/>
          </a:p>
          <a:p>
            <a:pPr lvl="4"/>
            <a:r>
              <a:rPr lang="zh-CN" altLang="en-US" dirty="0" smtClean="0"/>
              <a:t>第四级</a:t>
            </a:r>
            <a:endParaRPr lang="zh-CN" altLang="en-US" dirty="0" smtClean="0"/>
          </a:p>
          <a:p>
            <a:pPr lvl="5"/>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133EB358-2E90-4177-A16B-8ECBD7006EA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D3EA503-1E4C-46FE-A753-80C196677C3A}"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133EB358-2E90-4177-A16B-8ECBD7006EA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D3EA503-1E4C-46FE-A753-80C196677C3A}" type="slidenum">
              <a:rPr lang="zh-CN" altLang="en-US" smtClean="0"/>
            </a:fld>
            <a:endParaRPr lang="zh-CN" altLang="en-US"/>
          </a:p>
        </p:txBody>
      </p:sp>
      <p:sp>
        <p:nvSpPr>
          <p:cNvPr id="7" name="内容占位符 6"/>
          <p:cNvSpPr>
            <a:spLocks noGrp="1"/>
          </p:cNvSpPr>
          <p:nvPr>
            <p:ph sz="quarter" idx="13"/>
          </p:nvPr>
        </p:nvSpPr>
        <p:spPr>
          <a:xfrm>
            <a:off x="628651" y="1227503"/>
            <a:ext cx="7886700" cy="4970098"/>
          </a:xfrm>
        </p:spPr>
        <p:txBody>
          <a:bodyPr/>
          <a:lstStyle>
            <a:lvl1pPr>
              <a:defRPr>
                <a:solidFill>
                  <a:srgbClr val="3B4355"/>
                </a:solidFill>
              </a:defRPr>
            </a:lvl1pPr>
            <a:lvl2pPr>
              <a:defRPr>
                <a:solidFill>
                  <a:srgbClr val="3B4355"/>
                </a:solidFill>
              </a:defRPr>
            </a:lvl2pPr>
            <a:lvl3pPr>
              <a:defRPr sz="2000">
                <a:solidFill>
                  <a:srgbClr val="3B4355"/>
                </a:solidFill>
              </a:defRPr>
            </a:lvl3pPr>
            <a:lvl4pPr>
              <a:defRPr sz="1800">
                <a:solidFill>
                  <a:srgbClr val="3B4355"/>
                </a:solidFill>
              </a:defRPr>
            </a:lvl4pPr>
            <a:lvl5pPr>
              <a:defRPr sz="1800">
                <a:solidFill>
                  <a:srgbClr val="3B4355"/>
                </a:solidFill>
              </a:defRPr>
            </a:lvl5pPr>
            <a:lvl6pPr>
              <a:defRPr sz="1800">
                <a:solidFill>
                  <a:srgbClr val="3B4355"/>
                </a:solidFill>
              </a:defRPr>
            </a:lvl6pPr>
          </a:lstStyle>
          <a:p>
            <a:pPr lvl="0"/>
            <a:r>
              <a:rPr lang="zh-CN" altLang="en-US" dirty="0" smtClean="0"/>
              <a:t>单击此处编辑母版文本样式</a:t>
            </a:r>
            <a:endParaRPr lang="zh-CN" altLang="en-US" dirty="0" smtClean="0"/>
          </a:p>
          <a:p>
            <a:pPr lvl="2"/>
            <a:r>
              <a:rPr lang="zh-CN" altLang="en-US" dirty="0" smtClean="0"/>
              <a:t>第二级</a:t>
            </a:r>
            <a:endParaRPr lang="zh-CN" altLang="en-US" dirty="0" smtClean="0"/>
          </a:p>
          <a:p>
            <a:pPr lvl="3"/>
            <a:r>
              <a:rPr lang="zh-CN" altLang="en-US" dirty="0" smtClean="0"/>
              <a:t>第三级</a:t>
            </a:r>
            <a:endParaRPr lang="zh-CN" altLang="en-US" dirty="0" smtClean="0"/>
          </a:p>
          <a:p>
            <a:pPr lvl="4"/>
            <a:r>
              <a:rPr lang="zh-CN" altLang="en-US" dirty="0" smtClean="0"/>
              <a:t>第四级</a:t>
            </a:r>
            <a:endParaRPr lang="zh-CN" altLang="en-US" dirty="0" smtClean="0"/>
          </a:p>
          <a:p>
            <a:pPr lvl="5"/>
            <a:r>
              <a:rPr lang="zh-CN" altLang="en-US" dirty="0" smtClean="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Rectangle 4"/>
          <p:cNvSpPr>
            <a:spLocks noChangeArrowheads="1"/>
          </p:cNvSpPr>
          <p:nvPr userDrawn="1"/>
        </p:nvSpPr>
        <p:spPr bwMode="auto">
          <a:xfrm>
            <a:off x="1084263" y="2608263"/>
            <a:ext cx="700087" cy="700087"/>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buFont typeface="Arial" pitchFamily="34" charset="0"/>
              <a:defRPr>
                <a:solidFill>
                  <a:schemeClr val="tx1"/>
                </a:solidFill>
                <a:latin typeface="Arial" pitchFamily="34" charset="0"/>
                <a:ea typeface="黑体" pitchFamily="49" charset="-122"/>
              </a:defRPr>
            </a:lvl1pPr>
            <a:lvl2pPr marL="742950" indent="-285750">
              <a:buFont typeface="Arial" pitchFamily="34" charset="0"/>
              <a:defRPr>
                <a:solidFill>
                  <a:schemeClr val="tx1"/>
                </a:solidFill>
                <a:latin typeface="Arial" pitchFamily="34" charset="0"/>
                <a:ea typeface="黑体" pitchFamily="49" charset="-122"/>
              </a:defRPr>
            </a:lvl2pPr>
            <a:lvl3pPr marL="1143000" indent="-228600">
              <a:buFont typeface="Arial" pitchFamily="34" charset="0"/>
              <a:defRPr>
                <a:solidFill>
                  <a:schemeClr val="tx1"/>
                </a:solidFill>
                <a:latin typeface="Arial" pitchFamily="34" charset="0"/>
                <a:ea typeface="黑体" pitchFamily="49" charset="-122"/>
              </a:defRPr>
            </a:lvl3pPr>
            <a:lvl4pPr marL="1600200" indent="-228600">
              <a:buFont typeface="Arial" pitchFamily="34" charset="0"/>
              <a:defRPr>
                <a:solidFill>
                  <a:schemeClr val="tx1"/>
                </a:solidFill>
                <a:latin typeface="Arial" pitchFamily="34" charset="0"/>
                <a:ea typeface="黑体" pitchFamily="49" charset="-122"/>
              </a:defRPr>
            </a:lvl4pPr>
            <a:lvl5pPr marL="2057400" indent="-228600">
              <a:buFont typeface="Arial" pitchFamily="34" charse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9pPr>
          </a:lstStyle>
          <a:p>
            <a:pPr eaLnBrk="1" hangingPunct="1"/>
            <a:endParaRPr lang="zh-CN" altLang="en-US"/>
          </a:p>
        </p:txBody>
      </p:sp>
      <p:sp>
        <p:nvSpPr>
          <p:cNvPr id="2050" name="Rectangle 2"/>
          <p:cNvSpPr>
            <a:spLocks noGrp="1" noChangeArrowheads="1"/>
          </p:cNvSpPr>
          <p:nvPr>
            <p:ph type="ctrTitle"/>
          </p:nvPr>
        </p:nvSpPr>
        <p:spPr>
          <a:xfrm>
            <a:off x="1905000" y="1968500"/>
            <a:ext cx="6238875" cy="639763"/>
          </a:xfrm>
          <a:noFill/>
          <a:extLst>
            <a:ext uri="{909E8E84-426E-40DD-AFC4-6F175D3DCCD1}">
              <a14:hiddenFill xmlns:a14="http://schemas.microsoft.com/office/drawing/2010/main">
                <a:solidFill>
                  <a:srgbClr val="FFFFFF"/>
                </a:solidFill>
              </a14:hiddenFill>
            </a:ext>
          </a:extLst>
        </p:spPr>
        <p:txBody>
          <a:bodyPr lIns="91440" tIns="45720" rIns="91440" bIns="45720"/>
          <a:lstStyle>
            <a:lvl1pPr algn="r">
              <a:defRPr sz="3600"/>
            </a:lvl1pPr>
          </a:lstStyle>
          <a:p>
            <a:pPr lvl="0"/>
            <a:r>
              <a:rPr lang="zh-CN" altLang="zh-CN" noProof="0" dirty="0" smtClean="0"/>
              <a:t>单击此处编辑母版标题样式</a:t>
            </a:r>
            <a:endParaRPr lang="zh-CN" altLang="zh-CN" noProof="0" dirty="0" smtClean="0"/>
          </a:p>
        </p:txBody>
      </p:sp>
      <p:sp>
        <p:nvSpPr>
          <p:cNvPr id="2051" name="Rectangle 3"/>
          <p:cNvSpPr>
            <a:spLocks noGrp="1" noChangeArrowheads="1"/>
          </p:cNvSpPr>
          <p:nvPr>
            <p:ph type="subTitle" idx="1"/>
          </p:nvPr>
        </p:nvSpPr>
        <p:spPr>
          <a:xfrm>
            <a:off x="1903413" y="2608263"/>
            <a:ext cx="6240462" cy="700087"/>
          </a:xfrm>
          <a:solidFill>
            <a:srgbClr val="00B6B0">
              <a:alpha val="79999"/>
            </a:srgbClr>
          </a:solidFill>
        </p:spPr>
        <p:txBody>
          <a:bodyPr lIns="90170" tIns="46990" rIns="90170" bIns="46990" anchor="ctr"/>
          <a:lstStyle>
            <a:lvl1pPr marL="0" indent="0" algn="r">
              <a:buFontTx/>
              <a:buNone/>
              <a:defRPr sz="1800">
                <a:solidFill>
                  <a:schemeClr val="bg1"/>
                </a:solidFill>
              </a:defRPr>
            </a:lvl1pPr>
          </a:lstStyle>
          <a:p>
            <a:pPr lvl="0"/>
            <a:r>
              <a:rPr lang="zh-CN" altLang="zh-CN" noProof="0" dirty="0" smtClean="0"/>
              <a:t>单击此处编辑母版副标题样式</a:t>
            </a:r>
            <a:endParaRPr lang="zh-CN" altLang="zh-CN" noProof="0" dirty="0" smtClean="0"/>
          </a:p>
        </p:txBody>
      </p:sp>
      <p:sp>
        <p:nvSpPr>
          <p:cNvPr id="2" name="日期占位符 1"/>
          <p:cNvSpPr>
            <a:spLocks noGrp="1"/>
          </p:cNvSpPr>
          <p:nvPr>
            <p:ph type="dt" sz="half" idx="10"/>
          </p:nvPr>
        </p:nvSpPr>
        <p:spPr/>
        <p:txBody>
          <a:bodyPr/>
          <a:lstStyle/>
          <a:p>
            <a:pPr>
              <a:defRPr/>
            </a:pPr>
            <a:fld id="{CD0C577F-9995-4F3A-B50C-898500D06E4B}" type="datetime1">
              <a:rPr lang="zh-CN" altLang="en-US" smtClean="0"/>
            </a:fld>
            <a:endParaRPr lang="zh-CN" altLang="en-US"/>
          </a:p>
        </p:txBody>
      </p:sp>
      <p:sp>
        <p:nvSpPr>
          <p:cNvPr id="3" name="页脚占位符 2"/>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a:defRPr/>
            </a:pPr>
            <a:fld id="{D316DAC8-EFA0-4704-8110-6D364E42B0FD}"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pPr>
              <a:defRPr/>
            </a:pPr>
            <a:fld id="{CD0C577F-9995-4F3A-B50C-898500D06E4B}" type="datetime1">
              <a:rPr lang="zh-CN" altLang="en-US" smtClean="0"/>
            </a:fld>
            <a:endParaRPr lang="zh-CN" altLang="en-US"/>
          </a:p>
        </p:txBody>
      </p:sp>
      <p:sp>
        <p:nvSpPr>
          <p:cNvPr id="5" name="页脚占位符 4"/>
          <p:cNvSpPr>
            <a:spLocks noGrp="1"/>
          </p:cNvSpPr>
          <p:nvPr>
            <p:ph type="ftr" sz="quarter" idx="11"/>
          </p:nvPr>
        </p:nvSpPr>
        <p:spPr/>
        <p:txBody>
          <a:bodyPr/>
          <a:lstStyle/>
          <a:p>
            <a:pPr>
              <a:defRPr/>
            </a:pPr>
            <a:endParaRPr lang="zh-CN" altLang="en-US"/>
          </a:p>
        </p:txBody>
      </p:sp>
      <p:sp>
        <p:nvSpPr>
          <p:cNvPr id="6" name="灯片编号占位符 5"/>
          <p:cNvSpPr>
            <a:spLocks noGrp="1"/>
          </p:cNvSpPr>
          <p:nvPr>
            <p:ph type="sldNum" sz="quarter" idx="12"/>
          </p:nvPr>
        </p:nvSpPr>
        <p:spPr/>
        <p:txBody>
          <a:bodyPr/>
          <a:lstStyle/>
          <a:p>
            <a:pPr>
              <a:defRPr/>
            </a:pPr>
            <a:fld id="{D316DAC8-EFA0-4704-8110-6D364E42B0FD}"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Rectangle 2"/>
          <p:cNvSpPr>
            <a:spLocks noChangeArrowheads="1"/>
          </p:cNvSpPr>
          <p:nvPr userDrawn="1"/>
        </p:nvSpPr>
        <p:spPr bwMode="auto">
          <a:xfrm>
            <a:off x="0" y="2676525"/>
            <a:ext cx="9142413" cy="1952625"/>
          </a:xfrm>
          <a:prstGeom prst="rect">
            <a:avLst/>
          </a:prstGeom>
          <a:solidFill>
            <a:srgbClr val="00B6B0">
              <a:alpha val="79999"/>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buFont typeface="Arial" pitchFamily="34" charset="0"/>
              <a:defRPr>
                <a:solidFill>
                  <a:schemeClr val="tx1"/>
                </a:solidFill>
                <a:latin typeface="Arial" pitchFamily="34" charset="0"/>
                <a:ea typeface="黑体" pitchFamily="49" charset="-122"/>
              </a:defRPr>
            </a:lvl1pPr>
            <a:lvl2pPr marL="742950" indent="-285750">
              <a:buFont typeface="Arial" pitchFamily="34" charset="0"/>
              <a:defRPr>
                <a:solidFill>
                  <a:schemeClr val="tx1"/>
                </a:solidFill>
                <a:latin typeface="Arial" pitchFamily="34" charset="0"/>
                <a:ea typeface="黑体" pitchFamily="49" charset="-122"/>
              </a:defRPr>
            </a:lvl2pPr>
            <a:lvl3pPr marL="1143000" indent="-228600">
              <a:buFont typeface="Arial" pitchFamily="34" charset="0"/>
              <a:defRPr>
                <a:solidFill>
                  <a:schemeClr val="tx1"/>
                </a:solidFill>
                <a:latin typeface="Arial" pitchFamily="34" charset="0"/>
                <a:ea typeface="黑体" pitchFamily="49" charset="-122"/>
              </a:defRPr>
            </a:lvl3pPr>
            <a:lvl4pPr marL="1600200" indent="-228600">
              <a:buFont typeface="Arial" pitchFamily="34" charset="0"/>
              <a:defRPr>
                <a:solidFill>
                  <a:schemeClr val="tx1"/>
                </a:solidFill>
                <a:latin typeface="Arial" pitchFamily="34" charset="0"/>
                <a:ea typeface="黑体" pitchFamily="49" charset="-122"/>
              </a:defRPr>
            </a:lvl4pPr>
            <a:lvl5pPr marL="2057400" indent="-228600">
              <a:buFont typeface="Arial" pitchFamily="34" charse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9pPr>
          </a:lstStyle>
          <a:p>
            <a:pPr eaLnBrk="1" hangingPunct="1"/>
            <a:endParaRPr lang="zh-CN" altLang="en-US" dirty="0">
              <a:latin typeface="+mj-ea"/>
              <a:ea typeface="+mj-ea"/>
            </a:endParaRPr>
          </a:p>
        </p:txBody>
      </p:sp>
      <p:sp>
        <p:nvSpPr>
          <p:cNvPr id="6" name="Rectangle 3"/>
          <p:cNvSpPr>
            <a:spLocks noGrp="1" noChangeArrowheads="1"/>
          </p:cNvSpPr>
          <p:nvPr>
            <p:ph type="ctrTitle"/>
          </p:nvPr>
        </p:nvSpPr>
        <p:spPr>
          <a:xfrm>
            <a:off x="2444750" y="2895600"/>
            <a:ext cx="6013450" cy="836613"/>
          </a:xfrm>
          <a:noFill/>
        </p:spPr>
        <p:txBody>
          <a:bodyPr lIns="90170" rIns="90170" anchor="b"/>
          <a:lstStyle>
            <a:lvl1pPr>
              <a:defRPr sz="2400">
                <a:solidFill>
                  <a:schemeClr val="bg1"/>
                </a:solidFill>
              </a:defRPr>
            </a:lvl1pPr>
          </a:lstStyle>
          <a:p>
            <a:pPr lvl="0"/>
            <a:r>
              <a:rPr lang="zh-CN" altLang="zh-CN" noProof="0" dirty="0" smtClean="0"/>
              <a:t>单击此处编辑母版标题样式</a:t>
            </a:r>
            <a:endParaRPr lang="zh-CN" altLang="zh-CN" noProof="0" dirty="0" smtClean="0"/>
          </a:p>
        </p:txBody>
      </p:sp>
      <p:sp>
        <p:nvSpPr>
          <p:cNvPr id="7" name="Rectangle 4"/>
          <p:cNvSpPr>
            <a:spLocks noGrp="1" noChangeArrowheads="1"/>
          </p:cNvSpPr>
          <p:nvPr>
            <p:ph type="subTitle" idx="1"/>
          </p:nvPr>
        </p:nvSpPr>
        <p:spPr>
          <a:xfrm>
            <a:off x="2444750" y="3732213"/>
            <a:ext cx="6013450" cy="698500"/>
          </a:xfrm>
          <a:noFill/>
        </p:spPr>
        <p:txBody>
          <a:bodyPr/>
          <a:lstStyle>
            <a:lvl1pPr marL="0" indent="0">
              <a:buFontTx/>
              <a:buNone/>
              <a:defRPr sz="1800">
                <a:solidFill>
                  <a:schemeClr val="bg1"/>
                </a:solidFill>
                <a:latin typeface="+mn-ea"/>
                <a:ea typeface="+mn-ea"/>
              </a:defRPr>
            </a:lvl1pPr>
          </a:lstStyle>
          <a:p>
            <a:pPr lvl="0"/>
            <a:r>
              <a:rPr lang="zh-CN" altLang="zh-CN" noProof="0" dirty="0" smtClean="0"/>
              <a:t>单击此处编辑母版副标题样式</a:t>
            </a:r>
            <a:endParaRPr lang="zh-CN" altLang="zh-CN" noProof="0" dirty="0" smtClean="0"/>
          </a:p>
        </p:txBody>
      </p:sp>
      <p:sp>
        <p:nvSpPr>
          <p:cNvPr id="2" name="日期占位符 1"/>
          <p:cNvSpPr>
            <a:spLocks noGrp="1"/>
          </p:cNvSpPr>
          <p:nvPr>
            <p:ph type="dt" sz="half" idx="10"/>
          </p:nvPr>
        </p:nvSpPr>
        <p:spPr/>
        <p:txBody>
          <a:bodyPr/>
          <a:lstStyle/>
          <a:p>
            <a:pPr>
              <a:defRPr/>
            </a:pPr>
            <a:fld id="{CD0C577F-9995-4F3A-B50C-898500D06E4B}" type="datetime1">
              <a:rPr lang="zh-CN" altLang="en-US" smtClean="0"/>
            </a:fld>
            <a:endParaRPr lang="zh-CN" altLang="en-US"/>
          </a:p>
        </p:txBody>
      </p:sp>
      <p:sp>
        <p:nvSpPr>
          <p:cNvPr id="3" name="页脚占位符 2"/>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a:defRPr/>
            </a:pPr>
            <a:fld id="{D316DAC8-EFA0-4704-8110-6D364E42B0FD}"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内容占位符 2"/>
          <p:cNvSpPr>
            <a:spLocks noGrp="1"/>
          </p:cNvSpPr>
          <p:nvPr>
            <p:ph sz="half" idx="1"/>
          </p:nvPr>
        </p:nvSpPr>
        <p:spPr>
          <a:xfrm>
            <a:off x="457200" y="1460500"/>
            <a:ext cx="4038600" cy="452755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内容占位符 3"/>
          <p:cNvSpPr>
            <a:spLocks noGrp="1"/>
          </p:cNvSpPr>
          <p:nvPr>
            <p:ph sz="half" idx="2"/>
          </p:nvPr>
        </p:nvSpPr>
        <p:spPr>
          <a:xfrm>
            <a:off x="4648200" y="1460500"/>
            <a:ext cx="4038600" cy="452755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5" name="日期占位符 4"/>
          <p:cNvSpPr>
            <a:spLocks noGrp="1"/>
          </p:cNvSpPr>
          <p:nvPr>
            <p:ph type="dt" sz="half" idx="10"/>
          </p:nvPr>
        </p:nvSpPr>
        <p:spPr/>
        <p:txBody>
          <a:bodyPr/>
          <a:lstStyle/>
          <a:p>
            <a:pPr>
              <a:defRPr/>
            </a:pPr>
            <a:fld id="{CD0C577F-9995-4F3A-B50C-898500D06E4B}" type="datetime1">
              <a:rPr lang="zh-CN" altLang="en-US" smtClean="0"/>
            </a:fld>
            <a:endParaRPr lang="zh-CN" altLang="en-US"/>
          </a:p>
        </p:txBody>
      </p:sp>
      <p:sp>
        <p:nvSpPr>
          <p:cNvPr id="6" name="页脚占位符 5"/>
          <p:cNvSpPr>
            <a:spLocks noGrp="1"/>
          </p:cNvSpPr>
          <p:nvPr>
            <p:ph type="ftr" sz="quarter" idx="11"/>
          </p:nvPr>
        </p:nvSpPr>
        <p:spPr/>
        <p:txBody>
          <a:bodyPr/>
          <a:lstStyle/>
          <a:p>
            <a:pPr>
              <a:defRPr/>
            </a:pPr>
            <a:endParaRPr lang="zh-CN" altLang="en-US"/>
          </a:p>
        </p:txBody>
      </p:sp>
      <p:sp>
        <p:nvSpPr>
          <p:cNvPr id="7" name="灯片编号占位符 6"/>
          <p:cNvSpPr>
            <a:spLocks noGrp="1"/>
          </p:cNvSpPr>
          <p:nvPr>
            <p:ph type="sldNum" sz="quarter" idx="12"/>
          </p:nvPr>
        </p:nvSpPr>
        <p:spPr/>
        <p:txBody>
          <a:bodyPr/>
          <a:lstStyle/>
          <a:p>
            <a:pPr>
              <a:defRPr/>
            </a:pPr>
            <a:fld id="{D316DAC8-EFA0-4704-8110-6D364E42B0FD}"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smtClean="0"/>
              <a:t>单击此处编辑母版文本样式</a:t>
            </a:r>
            <a:endParaRPr lang="zh-CN" altLang="en-US" dirty="0" smtClean="0"/>
          </a:p>
        </p:txBody>
      </p:sp>
      <p:sp>
        <p:nvSpPr>
          <p:cNvPr id="4" name="内容占位符 3"/>
          <p:cNvSpPr>
            <a:spLocks noGrp="1"/>
          </p:cNvSpPr>
          <p:nvPr>
            <p:ph sz="half" idx="2"/>
          </p:nvPr>
        </p:nvSpPr>
        <p:spPr>
          <a:xfrm>
            <a:off x="630238" y="2505075"/>
            <a:ext cx="3868737" cy="3684588"/>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smtClean="0"/>
              <a:t>单击此处编辑母版文本样式</a:t>
            </a:r>
            <a:endParaRPr lang="zh-CN" altLang="en-US" dirty="0" smtClean="0"/>
          </a:p>
        </p:txBody>
      </p:sp>
      <p:sp>
        <p:nvSpPr>
          <p:cNvPr id="6" name="内容占位符 5"/>
          <p:cNvSpPr>
            <a:spLocks noGrp="1"/>
          </p:cNvSpPr>
          <p:nvPr>
            <p:ph sz="quarter" idx="4"/>
          </p:nvPr>
        </p:nvSpPr>
        <p:spPr>
          <a:xfrm>
            <a:off x="4629150" y="2505075"/>
            <a:ext cx="3887788" cy="3684588"/>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7" name="日期占位符 6"/>
          <p:cNvSpPr>
            <a:spLocks noGrp="1"/>
          </p:cNvSpPr>
          <p:nvPr>
            <p:ph type="dt" sz="half" idx="10"/>
          </p:nvPr>
        </p:nvSpPr>
        <p:spPr/>
        <p:txBody>
          <a:bodyPr/>
          <a:lstStyle/>
          <a:p>
            <a:pPr>
              <a:defRPr/>
            </a:pPr>
            <a:fld id="{CD0C577F-9995-4F3A-B50C-898500D06E4B}" type="datetime1">
              <a:rPr lang="zh-CN" altLang="en-US" smtClean="0"/>
            </a:fld>
            <a:endParaRPr lang="zh-CN" altLang="en-US"/>
          </a:p>
        </p:txBody>
      </p:sp>
      <p:sp>
        <p:nvSpPr>
          <p:cNvPr id="8" name="页脚占位符 7"/>
          <p:cNvSpPr>
            <a:spLocks noGrp="1"/>
          </p:cNvSpPr>
          <p:nvPr>
            <p:ph type="ftr" sz="quarter" idx="11"/>
          </p:nvPr>
        </p:nvSpPr>
        <p:spPr/>
        <p:txBody>
          <a:bodyPr/>
          <a:lstStyle/>
          <a:p>
            <a:pPr>
              <a:defRPr/>
            </a:pPr>
            <a:endParaRPr lang="zh-CN" altLang="en-US"/>
          </a:p>
        </p:txBody>
      </p:sp>
      <p:sp>
        <p:nvSpPr>
          <p:cNvPr id="9" name="灯片编号占位符 8"/>
          <p:cNvSpPr>
            <a:spLocks noGrp="1"/>
          </p:cNvSpPr>
          <p:nvPr>
            <p:ph type="sldNum" sz="quarter" idx="12"/>
          </p:nvPr>
        </p:nvSpPr>
        <p:spPr/>
        <p:txBody>
          <a:bodyPr/>
          <a:lstStyle/>
          <a:p>
            <a:pPr>
              <a:defRPr/>
            </a:pPr>
            <a:fld id="{D316DAC8-EFA0-4704-8110-6D364E42B0FD}"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Rectangle 2"/>
          <p:cNvSpPr>
            <a:spLocks noChangeArrowheads="1"/>
          </p:cNvSpPr>
          <p:nvPr userDrawn="1"/>
        </p:nvSpPr>
        <p:spPr bwMode="auto">
          <a:xfrm>
            <a:off x="0" y="2676525"/>
            <a:ext cx="9142413" cy="1952625"/>
          </a:xfrm>
          <a:prstGeom prst="rect">
            <a:avLst/>
          </a:prstGeom>
          <a:solidFill>
            <a:srgbClr val="00B6B0">
              <a:alpha val="79999"/>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buFont typeface="Arial" pitchFamily="34" charset="0"/>
              <a:defRPr>
                <a:solidFill>
                  <a:schemeClr val="tx1"/>
                </a:solidFill>
                <a:latin typeface="Arial" pitchFamily="34" charset="0"/>
                <a:ea typeface="黑体" pitchFamily="49" charset="-122"/>
              </a:defRPr>
            </a:lvl1pPr>
            <a:lvl2pPr marL="742950" indent="-285750">
              <a:buFont typeface="Arial" pitchFamily="34" charset="0"/>
              <a:defRPr>
                <a:solidFill>
                  <a:schemeClr val="tx1"/>
                </a:solidFill>
                <a:latin typeface="Arial" pitchFamily="34" charset="0"/>
                <a:ea typeface="黑体" pitchFamily="49" charset="-122"/>
              </a:defRPr>
            </a:lvl2pPr>
            <a:lvl3pPr marL="1143000" indent="-228600">
              <a:buFont typeface="Arial" pitchFamily="34" charset="0"/>
              <a:defRPr>
                <a:solidFill>
                  <a:schemeClr val="tx1"/>
                </a:solidFill>
                <a:latin typeface="Arial" pitchFamily="34" charset="0"/>
                <a:ea typeface="黑体" pitchFamily="49" charset="-122"/>
              </a:defRPr>
            </a:lvl3pPr>
            <a:lvl4pPr marL="1600200" indent="-228600">
              <a:buFont typeface="Arial" pitchFamily="34" charset="0"/>
              <a:defRPr>
                <a:solidFill>
                  <a:schemeClr val="tx1"/>
                </a:solidFill>
                <a:latin typeface="Arial" pitchFamily="34" charset="0"/>
                <a:ea typeface="黑体" pitchFamily="49" charset="-122"/>
              </a:defRPr>
            </a:lvl4pPr>
            <a:lvl5pPr marL="2057400" indent="-228600">
              <a:buFont typeface="Arial" pitchFamily="34" charse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9pPr>
          </a:lstStyle>
          <a:p>
            <a:pPr eaLnBrk="1" hangingPunct="1"/>
            <a:endParaRPr lang="zh-CN" altLang="en-US"/>
          </a:p>
        </p:txBody>
      </p:sp>
      <p:sp>
        <p:nvSpPr>
          <p:cNvPr id="6" name="Rectangle 3"/>
          <p:cNvSpPr>
            <a:spLocks noGrp="1" noChangeArrowheads="1"/>
          </p:cNvSpPr>
          <p:nvPr>
            <p:ph type="ctrTitle" hasCustomPrompt="1"/>
          </p:nvPr>
        </p:nvSpPr>
        <p:spPr>
          <a:xfrm>
            <a:off x="2444750" y="2895600"/>
            <a:ext cx="2552400" cy="836613"/>
          </a:xfrm>
          <a:noFill/>
        </p:spPr>
        <p:txBody>
          <a:bodyPr lIns="90170" rIns="90170" anchor="b">
            <a:normAutofit/>
          </a:bodyPr>
          <a:lstStyle>
            <a:lvl1pPr algn="ctr">
              <a:defRPr sz="3200">
                <a:solidFill>
                  <a:schemeClr val="bg1"/>
                </a:solidFill>
                <a:latin typeface="+mj-lt"/>
              </a:defRPr>
            </a:lvl1pPr>
          </a:lstStyle>
          <a:p>
            <a:pPr lvl="0"/>
            <a:r>
              <a:rPr lang="zh-CN" altLang="en-US" noProof="0" dirty="0" smtClean="0"/>
              <a:t>编辑标题</a:t>
            </a:r>
            <a:endParaRPr lang="zh-CN" altLang="zh-CN" noProof="0" dirty="0" smtClean="0"/>
          </a:p>
        </p:txBody>
      </p:sp>
      <p:sp>
        <p:nvSpPr>
          <p:cNvPr id="2" name="日期占位符 1"/>
          <p:cNvSpPr>
            <a:spLocks noGrp="1"/>
          </p:cNvSpPr>
          <p:nvPr>
            <p:ph type="dt" sz="half" idx="10"/>
          </p:nvPr>
        </p:nvSpPr>
        <p:spPr/>
        <p:txBody>
          <a:bodyPr/>
          <a:lstStyle/>
          <a:p>
            <a:pPr>
              <a:defRPr/>
            </a:pPr>
            <a:fld id="{CD0C577F-9995-4F3A-B50C-898500D06E4B}" type="datetime1">
              <a:rPr lang="zh-CN" altLang="en-US" smtClean="0"/>
            </a:fld>
            <a:endParaRPr lang="zh-CN" altLang="en-US"/>
          </a:p>
        </p:txBody>
      </p:sp>
      <p:sp>
        <p:nvSpPr>
          <p:cNvPr id="3" name="页脚占位符 2"/>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a:defRPr/>
            </a:pPr>
            <a:fld id="{D316DAC8-EFA0-4704-8110-6D364E42B0FD}"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空白">
    <p:bg>
      <p:bgPr>
        <a:solidFill>
          <a:schemeClr val="bg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CD0C577F-9995-4F3A-B50C-898500D06E4B}" type="datetime1">
              <a:rPr lang="zh-CN" altLang="en-US" smtClean="0"/>
            </a:fld>
            <a:endParaRPr lang="zh-CN" altLang="en-US"/>
          </a:p>
        </p:txBody>
      </p:sp>
      <p:sp>
        <p:nvSpPr>
          <p:cNvPr id="3" name="页脚占位符 2"/>
          <p:cNvSpPr>
            <a:spLocks noGrp="1"/>
          </p:cNvSpPr>
          <p:nvPr>
            <p:ph type="ftr" sz="quarter" idx="11"/>
          </p:nvPr>
        </p:nvSpPr>
        <p:spPr/>
        <p:txBody>
          <a:bodyPr/>
          <a:lstStyle/>
          <a:p>
            <a:pPr>
              <a:defRPr/>
            </a:pPr>
            <a:endParaRPr lang="zh-CN" altLang="en-US"/>
          </a:p>
        </p:txBody>
      </p:sp>
      <p:sp>
        <p:nvSpPr>
          <p:cNvPr id="4" name="灯片编号占位符 3"/>
          <p:cNvSpPr>
            <a:spLocks noGrp="1"/>
          </p:cNvSpPr>
          <p:nvPr>
            <p:ph type="sldNum" sz="quarter" idx="12"/>
          </p:nvPr>
        </p:nvSpPr>
        <p:spPr/>
        <p:txBody>
          <a:bodyPr/>
          <a:lstStyle/>
          <a:p>
            <a:pPr>
              <a:defRPr/>
            </a:pPr>
            <a:fld id="{D316DAC8-EFA0-4704-8110-6D364E42B0FD}"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457200"/>
            <a:ext cx="7884000" cy="774000"/>
          </a:xfrm>
          <a:noFill/>
        </p:spPr>
        <p:txBody>
          <a:bodyPr anchor="b" anchorCtr="0">
            <a:normAutofit/>
          </a:bodyPr>
          <a:lstStyle>
            <a:lvl1pPr>
              <a:defRPr sz="3200">
                <a:solidFill>
                  <a:schemeClr val="tx1"/>
                </a:solidFill>
              </a:defRPr>
            </a:lvl1pPr>
          </a:lstStyle>
          <a:p>
            <a:r>
              <a:rPr lang="zh-CN" altLang="en-US" dirty="0" smtClean="0"/>
              <a:t>单击此处编辑标题</a:t>
            </a:r>
            <a:endParaRPr lang="zh-CN" altLang="en-US" dirty="0"/>
          </a:p>
        </p:txBody>
      </p:sp>
      <p:sp>
        <p:nvSpPr>
          <p:cNvPr id="3" name="图片占位符 2"/>
          <p:cNvSpPr>
            <a:spLocks noGrp="1"/>
          </p:cNvSpPr>
          <p:nvPr>
            <p:ph type="pic" idx="1"/>
          </p:nvPr>
        </p:nvSpPr>
        <p:spPr>
          <a:xfrm>
            <a:off x="630000" y="1368425"/>
            <a:ext cx="7884000" cy="42804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30000" y="5740400"/>
            <a:ext cx="7884000" cy="597600"/>
          </a:xfrm>
          <a:solidFill>
            <a:schemeClr val="tx1">
              <a:alpha val="80000"/>
            </a:schemeClr>
          </a:solidFill>
        </p:spPr>
        <p:txBody>
          <a:bodyPr>
            <a:normAutofit/>
          </a:bodyPr>
          <a:lstStyle>
            <a:lvl1pPr marL="0" indent="0">
              <a:buNone/>
              <a:defRPr sz="1800">
                <a:solidFill>
                  <a:schemeClr val="bg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6EF2F5ED-D19D-4097-92A9-D6092B3D6E6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7AAEAA2-D029-4D23-B6D5-DE004B8B3ED2}"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489371" y="266700"/>
            <a:ext cx="1197430" cy="5721350"/>
          </a:xfrm>
        </p:spPr>
        <p:txBody>
          <a:bodyPr vert="eaVert" anchor="ctr" anchorCtr="1">
            <a:normAutofit/>
          </a:bodyPr>
          <a:lstStyle>
            <a:lvl1pPr>
              <a:defRPr sz="3600"/>
            </a:lvl1pPr>
          </a:lstStyle>
          <a:p>
            <a:r>
              <a:rPr lang="zh-CN" altLang="en-US" dirty="0" smtClean="0"/>
              <a:t>单击此处编辑母版标题样式</a:t>
            </a:r>
            <a:endParaRPr lang="zh-CN" altLang="en-US" dirty="0"/>
          </a:p>
        </p:txBody>
      </p:sp>
      <p:sp>
        <p:nvSpPr>
          <p:cNvPr id="3" name="竖排文字占位符 2"/>
          <p:cNvSpPr>
            <a:spLocks noGrp="1"/>
          </p:cNvSpPr>
          <p:nvPr>
            <p:ph type="body" orient="vert" idx="1"/>
          </p:nvPr>
        </p:nvSpPr>
        <p:spPr>
          <a:xfrm>
            <a:off x="457200" y="266700"/>
            <a:ext cx="6916057" cy="5721350"/>
          </a:xfrm>
        </p:spPr>
        <p:txBody>
          <a:bodyPr vert="eaVert"/>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pPr>
              <a:defRPr/>
            </a:pPr>
            <a:fld id="{CD0C577F-9995-4F3A-B50C-898500D06E4B}" type="datetime1">
              <a:rPr lang="zh-CN" altLang="en-US" smtClean="0"/>
            </a:fld>
            <a:endParaRPr lang="zh-CN" altLang="en-US"/>
          </a:p>
        </p:txBody>
      </p:sp>
      <p:sp>
        <p:nvSpPr>
          <p:cNvPr id="5" name="页脚占位符 4"/>
          <p:cNvSpPr>
            <a:spLocks noGrp="1"/>
          </p:cNvSpPr>
          <p:nvPr>
            <p:ph type="ftr" sz="quarter" idx="11"/>
          </p:nvPr>
        </p:nvSpPr>
        <p:spPr/>
        <p:txBody>
          <a:bodyPr/>
          <a:lstStyle/>
          <a:p>
            <a:pPr>
              <a:defRPr/>
            </a:pPr>
            <a:endParaRPr lang="zh-CN" altLang="en-US"/>
          </a:p>
        </p:txBody>
      </p:sp>
      <p:sp>
        <p:nvSpPr>
          <p:cNvPr id="6" name="灯片编号占位符 5"/>
          <p:cNvSpPr>
            <a:spLocks noGrp="1"/>
          </p:cNvSpPr>
          <p:nvPr>
            <p:ph type="sldNum" sz="quarter" idx="12"/>
          </p:nvPr>
        </p:nvSpPr>
        <p:spPr/>
        <p:txBody>
          <a:bodyPr/>
          <a:lstStyle/>
          <a:p>
            <a:pPr>
              <a:defRPr/>
            </a:pPr>
            <a:fld id="{D316DAC8-EFA0-4704-8110-6D364E42B0FD}"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28200" y="408675"/>
            <a:ext cx="7887600" cy="5810400"/>
          </a:xfrm>
        </p:spPr>
        <p:txBody>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6EF2F5ED-D19D-4097-92A9-D6092B3D6E6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7AAEAA2-D029-4D23-B6D5-DE004B8B3ED2}"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CD0C577F-9995-4F3A-B50C-898500D06E4B}" type="datetime1">
              <a:rPr lang="zh-CN" altLang="en-US" smtClean="0"/>
            </a:fld>
            <a:endParaRPr lang="zh-CN" altLang="en-US"/>
          </a:p>
        </p:txBody>
      </p:sp>
      <p:sp>
        <p:nvSpPr>
          <p:cNvPr id="3" name="页脚占位符 2"/>
          <p:cNvSpPr>
            <a:spLocks noGrp="1"/>
          </p:cNvSpPr>
          <p:nvPr>
            <p:ph type="ftr" sz="quarter" idx="11"/>
          </p:nvPr>
        </p:nvSpPr>
        <p:spPr/>
        <p:txBody>
          <a:bodyPr/>
          <a:lstStyle/>
          <a:p>
            <a:pPr>
              <a:defRPr/>
            </a:pPr>
            <a:endParaRPr lang="zh-CN" altLang="en-US"/>
          </a:p>
        </p:txBody>
      </p:sp>
      <p:sp>
        <p:nvSpPr>
          <p:cNvPr id="4" name="灯片编号占位符 3"/>
          <p:cNvSpPr>
            <a:spLocks noGrp="1"/>
          </p:cNvSpPr>
          <p:nvPr>
            <p:ph type="sldNum" sz="quarter" idx="12"/>
          </p:nvPr>
        </p:nvSpPr>
        <p:spPr/>
        <p:txBody>
          <a:bodyPr/>
          <a:lstStyle/>
          <a:p>
            <a:pPr>
              <a:defRPr/>
            </a:pPr>
            <a:fld id="{D316DAC8-EFA0-4704-8110-6D364E42B0FD}"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050" name="Rectangle 2"/>
          <p:cNvSpPr>
            <a:spLocks noGrp="1" noChangeArrowheads="1"/>
          </p:cNvSpPr>
          <p:nvPr>
            <p:ph type="subTitle" idx="1"/>
          </p:nvPr>
        </p:nvSpPr>
        <p:spPr>
          <a:xfrm>
            <a:off x="1009650" y="3648075"/>
            <a:ext cx="7127875" cy="898525"/>
          </a:xfrm>
        </p:spPr>
        <p:txBody>
          <a:bodyPr/>
          <a:lstStyle>
            <a:lvl1pPr marL="0" indent="0" algn="ctr">
              <a:buFontTx/>
              <a:buNone/>
              <a:defRPr sz="2000"/>
            </a:lvl1pPr>
          </a:lstStyle>
          <a:p>
            <a:pPr lvl="0"/>
            <a:r>
              <a:rPr lang="zh-CN" altLang="zh-CN" noProof="0" smtClean="0"/>
              <a:t>单击此处编辑母版副标题样式</a:t>
            </a:r>
            <a:endParaRPr lang="zh-CN" altLang="zh-CN" noProof="0" smtClean="0"/>
          </a:p>
        </p:txBody>
      </p:sp>
      <p:sp>
        <p:nvSpPr>
          <p:cNvPr id="2054" name="Rectangle 6"/>
          <p:cNvSpPr>
            <a:spLocks noGrp="1" noChangeArrowheads="1"/>
          </p:cNvSpPr>
          <p:nvPr>
            <p:ph type="ctrTitle" hasCustomPrompt="1"/>
          </p:nvPr>
        </p:nvSpPr>
        <p:spPr>
          <a:xfrm>
            <a:off x="1009650" y="2781300"/>
            <a:ext cx="7127875" cy="841375"/>
          </a:xfrm>
          <a:ln>
            <a:solidFill>
              <a:schemeClr val="bg1"/>
            </a:solidFill>
            <a:miter lim="800000"/>
          </a:ln>
        </p:spPr>
        <p:txBody>
          <a:bodyPr/>
          <a:lstStyle>
            <a:lvl1pPr>
              <a:defRPr sz="6000" b="1"/>
            </a:lvl1pPr>
          </a:lstStyle>
          <a:p>
            <a:pPr lvl="0"/>
            <a:r>
              <a:rPr lang="zh-CN" altLang="en-US" noProof="0" dirty="0" smtClean="0"/>
              <a:t>编辑标题</a:t>
            </a:r>
            <a:endParaRPr lang="zh-CN" altLang="zh-CN" noProof="0" dirty="0" smtClean="0"/>
          </a:p>
        </p:txBody>
      </p:sp>
      <p:sp>
        <p:nvSpPr>
          <p:cNvPr id="2" name="日期占位符 1"/>
          <p:cNvSpPr>
            <a:spLocks noGrp="1"/>
          </p:cNvSpPr>
          <p:nvPr>
            <p:ph type="dt" sz="half" idx="10"/>
          </p:nvPr>
        </p:nvSpPr>
        <p:spPr/>
        <p:txBody>
          <a:bodyPr/>
          <a:lstStyle/>
          <a:p>
            <a:fld id="{1AA47955-9ED2-441E-A926-AB39F3274AA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4FA4E92-8115-4D0F-948C-D2CA9234184A}"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AA47955-9ED2-441E-A926-AB39F3274A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FA4E92-8115-4D0F-948C-D2CA9234184A}"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1AA47955-9ED2-441E-A926-AB39F3274A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FA4E92-8115-4D0F-948C-D2CA9234184A}"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1AA47955-9ED2-441E-A926-AB39F3274AA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FA4E92-8115-4D0F-948C-D2CA9234184A}"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1AA47955-9ED2-441E-A926-AB39F3274AA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4FA4E92-8115-4D0F-948C-D2CA9234184A}"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6" name="Rectangle 2"/>
          <p:cNvSpPr>
            <a:spLocks noGrp="1" noChangeArrowheads="1"/>
          </p:cNvSpPr>
          <p:nvPr>
            <p:ph type="subTitle" idx="1"/>
          </p:nvPr>
        </p:nvSpPr>
        <p:spPr>
          <a:xfrm>
            <a:off x="1009650" y="3861048"/>
            <a:ext cx="7127875" cy="432048"/>
          </a:xfrm>
        </p:spPr>
        <p:txBody>
          <a:bodyPr/>
          <a:lstStyle>
            <a:lvl1pPr marL="0" indent="0" algn="ctr">
              <a:buFontTx/>
              <a:buNone/>
              <a:defRPr sz="2000"/>
            </a:lvl1pPr>
          </a:lstStyle>
          <a:p>
            <a:pPr lvl="0"/>
            <a:r>
              <a:rPr lang="zh-CN" altLang="zh-CN" noProof="0" smtClean="0"/>
              <a:t>单击此处编辑母版副标题样式</a:t>
            </a:r>
            <a:endParaRPr lang="zh-CN" altLang="zh-CN" noProof="0" smtClean="0"/>
          </a:p>
        </p:txBody>
      </p:sp>
      <p:sp>
        <p:nvSpPr>
          <p:cNvPr id="7" name="Rectangle 6"/>
          <p:cNvSpPr>
            <a:spLocks noGrp="1" noChangeArrowheads="1"/>
          </p:cNvSpPr>
          <p:nvPr>
            <p:ph type="ctrTitle" hasCustomPrompt="1"/>
          </p:nvPr>
        </p:nvSpPr>
        <p:spPr>
          <a:xfrm>
            <a:off x="1009650" y="2852936"/>
            <a:ext cx="7127875" cy="1008112"/>
          </a:xfrm>
          <a:ln>
            <a:solidFill>
              <a:schemeClr val="bg1"/>
            </a:solidFill>
            <a:miter lim="800000"/>
          </a:ln>
        </p:spPr>
        <p:txBody>
          <a:bodyPr/>
          <a:lstStyle>
            <a:lvl1pPr>
              <a:defRPr sz="6000" b="1"/>
            </a:lvl1pPr>
          </a:lstStyle>
          <a:p>
            <a:pPr lvl="0"/>
            <a:r>
              <a:rPr lang="zh-CN" altLang="en-US" noProof="0" dirty="0" smtClean="0"/>
              <a:t>编辑标题</a:t>
            </a:r>
            <a:endParaRPr lang="zh-CN" altLang="zh-CN" noProof="0" dirty="0" smtClean="0"/>
          </a:p>
        </p:txBody>
      </p:sp>
      <p:sp>
        <p:nvSpPr>
          <p:cNvPr id="2" name="日期占位符 1"/>
          <p:cNvSpPr>
            <a:spLocks noGrp="1"/>
          </p:cNvSpPr>
          <p:nvPr>
            <p:ph type="dt" sz="half" idx="10"/>
          </p:nvPr>
        </p:nvSpPr>
        <p:spPr/>
        <p:txBody>
          <a:bodyPr/>
          <a:lstStyle/>
          <a:p>
            <a:fld id="{1AA47955-9ED2-441E-A926-AB39F3274AA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4FA4E92-8115-4D0F-948C-D2CA9234184A}"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A47955-9ED2-441E-A926-AB39F3274AA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4FA4E92-8115-4D0F-948C-D2CA9234184A}"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1AA47955-9ED2-441E-A926-AB39F3274AA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FA4E92-8115-4D0F-948C-D2CA9234184A}" type="slidenum">
              <a:rPr lang="zh-CN" altLang="en-US" smtClean="0"/>
            </a:fld>
            <a:endParaRPr lang="zh-CN" altLang="en-US"/>
          </a:p>
        </p:txBody>
      </p:sp>
      <p:sp>
        <p:nvSpPr>
          <p:cNvPr id="8" name="标题 1"/>
          <p:cNvSpPr>
            <a:spLocks noGrp="1"/>
          </p:cNvSpPr>
          <p:nvPr>
            <p:ph type="title" hasCustomPrompt="1"/>
          </p:nvPr>
        </p:nvSpPr>
        <p:spPr>
          <a:xfrm>
            <a:off x="629841" y="457200"/>
            <a:ext cx="7884000" cy="774000"/>
          </a:xfrm>
        </p:spPr>
        <p:txBody>
          <a:bodyPr anchor="b" anchorCtr="0">
            <a:normAutofit/>
          </a:bodyPr>
          <a:lstStyle>
            <a:lvl1pPr algn="l">
              <a:defRPr sz="3200">
                <a:solidFill>
                  <a:srgbClr val="FA5D39"/>
                </a:solidFill>
              </a:defRPr>
            </a:lvl1pPr>
          </a:lstStyle>
          <a:p>
            <a:r>
              <a:rPr lang="zh-CN" altLang="en-US" dirty="0" smtClean="0"/>
              <a:t>单击此处编辑标题</a:t>
            </a:r>
            <a:endParaRPr lang="zh-CN" altLang="en-US" dirty="0"/>
          </a:p>
        </p:txBody>
      </p:sp>
      <p:sp>
        <p:nvSpPr>
          <p:cNvPr id="9" name="图片占位符 2"/>
          <p:cNvSpPr>
            <a:spLocks noGrp="1"/>
          </p:cNvSpPr>
          <p:nvPr>
            <p:ph type="pic" idx="1"/>
          </p:nvPr>
        </p:nvSpPr>
        <p:spPr>
          <a:xfrm>
            <a:off x="630000" y="1368425"/>
            <a:ext cx="7884000" cy="42804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10" name="文本占位符 3"/>
          <p:cNvSpPr>
            <a:spLocks noGrp="1"/>
          </p:cNvSpPr>
          <p:nvPr>
            <p:ph type="body" sz="half" idx="2"/>
          </p:nvPr>
        </p:nvSpPr>
        <p:spPr>
          <a:xfrm>
            <a:off x="630000" y="5740400"/>
            <a:ext cx="7884000" cy="597600"/>
          </a:xfrm>
        </p:spPr>
        <p:txBody>
          <a:bodyPr>
            <a:normAutofit/>
          </a:bodyPr>
          <a:lstStyle>
            <a:lvl1pPr marL="0" indent="0">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92280" y="274638"/>
            <a:ext cx="1423070" cy="5851525"/>
          </a:xfrm>
        </p:spPr>
        <p:txBody>
          <a:bodyPr vert="eaVert">
            <a:normAutofit/>
          </a:bodyPr>
          <a:lstStyle>
            <a:lvl1pPr>
              <a:defRPr sz="3600"/>
            </a:lvl1p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274638"/>
            <a:ext cx="6319614"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AA47955-9ED2-441E-A926-AB39F3274A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FA4E92-8115-4D0F-948C-D2CA9234184A}"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28200" y="408675"/>
            <a:ext cx="7887600" cy="5810400"/>
          </a:xfrm>
        </p:spPr>
        <p:txBody>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6EF2F5ED-D19D-4097-92A9-D6092B3D6E6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7AAEAA2-D029-4D23-B6D5-DE004B8B3ED2}"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2.jpe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3" Type="http://schemas.openxmlformats.org/officeDocument/2006/relationships/theme" Target="../theme/theme2.xml"/><Relationship Id="rId12" Type="http://schemas.openxmlformats.org/officeDocument/2006/relationships/image" Target="../media/image3.jpeg"/><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0.xml"/><Relationship Id="rId8" Type="http://schemas.openxmlformats.org/officeDocument/2006/relationships/slideLayout" Target="../slideLayouts/slideLayout29.xml"/><Relationship Id="rId7" Type="http://schemas.openxmlformats.org/officeDocument/2006/relationships/slideLayout" Target="../slideLayouts/slideLayout28.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 Id="rId3" Type="http://schemas.openxmlformats.org/officeDocument/2006/relationships/slideLayout" Target="../slideLayouts/slideLayout24.xml"/><Relationship Id="rId2" Type="http://schemas.openxmlformats.org/officeDocument/2006/relationships/slideLayout" Target="../slideLayouts/slideLayout23.xml"/><Relationship Id="rId11" Type="http://schemas.openxmlformats.org/officeDocument/2006/relationships/theme" Target="../theme/theme3.xml"/><Relationship Id="rId10" Type="http://schemas.openxmlformats.org/officeDocument/2006/relationships/slideLayout" Target="../slideLayouts/slideLayout31.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bwMode="auto">
          <a:xfrm>
            <a:off x="628650" y="188915"/>
            <a:ext cx="7886700"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rmAutofit/>
          </a:bodyPr>
          <a:lstStyle/>
          <a:p>
            <a:pPr lvl="0"/>
            <a:r>
              <a:rPr lang="zh-CN" altLang="en-US" dirty="0" smtClean="0"/>
              <a:t>单击此处编辑母版标题样式</a:t>
            </a:r>
            <a:endParaRPr lang="zh-CN" altLang="en-US" dirty="0" smtClean="0"/>
          </a:p>
        </p:txBody>
      </p:sp>
      <p:sp>
        <p:nvSpPr>
          <p:cNvPr id="1028" name="Rectangle 3"/>
          <p:cNvSpPr>
            <a:spLocks noGrp="1" noChangeArrowheads="1"/>
          </p:cNvSpPr>
          <p:nvPr>
            <p:ph type="body" idx="1"/>
          </p:nvPr>
        </p:nvSpPr>
        <p:spPr bwMode="auto">
          <a:xfrm>
            <a:off x="628650" y="1389700"/>
            <a:ext cx="7886700" cy="47190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rmAutofit/>
          </a:bodyPr>
          <a:lstStyle/>
          <a:p>
            <a:pPr lvl="0"/>
            <a:r>
              <a:rPr lang="zh-CN" altLang="en-US" dirty="0" smtClean="0"/>
              <a:t>单击此处编辑母版文本样式</a:t>
            </a:r>
            <a:endParaRPr lang="zh-CN" altLang="en-US" dirty="0" smtClean="0"/>
          </a:p>
          <a:p>
            <a:pPr lvl="2"/>
            <a:r>
              <a:rPr lang="zh-CN" altLang="en-US" dirty="0" smtClean="0"/>
              <a:t>第二级</a:t>
            </a:r>
            <a:endParaRPr lang="zh-CN" altLang="en-US" dirty="0" smtClean="0"/>
          </a:p>
          <a:p>
            <a:pPr lvl="3"/>
            <a:r>
              <a:rPr lang="zh-CN" altLang="en-US" dirty="0" smtClean="0"/>
              <a:t>第三级</a:t>
            </a:r>
            <a:endParaRPr lang="zh-CN" altLang="en-US" dirty="0" smtClean="0"/>
          </a:p>
          <a:p>
            <a:pPr lvl="4"/>
            <a:r>
              <a:rPr lang="zh-CN" altLang="en-US" dirty="0" smtClean="0"/>
              <a:t>第四级</a:t>
            </a:r>
            <a:endParaRPr lang="zh-CN" altLang="en-US" dirty="0" smtClean="0"/>
          </a:p>
          <a:p>
            <a:pPr lvl="5"/>
            <a:r>
              <a:rPr lang="zh-CN" altLang="en-US" dirty="0" smtClean="0"/>
              <a:t>第五级</a:t>
            </a:r>
            <a:endParaRPr lang="zh-CN" altLang="en-US" dirty="0"/>
          </a:p>
        </p:txBody>
      </p:sp>
      <p:sp>
        <p:nvSpPr>
          <p:cNvPr id="2" name="日期占位符 1"/>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3EB358-2E90-4177-A16B-8ECBD7006EA8}" type="datetimeFigureOut">
              <a:rPr lang="zh-CN" altLang="en-US" smtClean="0"/>
            </a:fld>
            <a:endParaRPr lang="zh-CN" altLang="en-US"/>
          </a:p>
        </p:txBody>
      </p:sp>
      <p:sp>
        <p:nvSpPr>
          <p:cNvPr id="3" name="页脚占位符 2"/>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4" name="灯片编号占位符 3"/>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3EA503-1E4C-46FE-A753-80C196677C3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iming>
    <p:tnLst>
      <p:par>
        <p:cTn id="1" dur="indefinite" restart="never" nodeType="tmRoot"/>
      </p:par>
    </p:tnLst>
  </p:timing>
  <p:txStyles>
    <p:titleStyle>
      <a:lvl1pPr algn="l" rtl="0" eaLnBrk="1" fontAlgn="base" hangingPunct="1">
        <a:spcBef>
          <a:spcPct val="0"/>
        </a:spcBef>
        <a:spcAft>
          <a:spcPct val="0"/>
        </a:spcAft>
        <a:defRPr sz="2800" b="1" kern="1200" baseline="0">
          <a:solidFill>
            <a:schemeClr val="bg1"/>
          </a:solidFill>
          <a:latin typeface="Arial" pitchFamily="34" charset="0"/>
          <a:ea typeface="黑体" pitchFamily="49" charset="-122"/>
          <a:cs typeface="+mj-cs"/>
        </a:defRPr>
      </a:lvl1pPr>
      <a:lvl2pPr algn="l" rtl="0" eaLnBrk="1" fontAlgn="base" hangingPunct="1">
        <a:spcBef>
          <a:spcPct val="0"/>
        </a:spcBef>
        <a:spcAft>
          <a:spcPct val="0"/>
        </a:spcAft>
        <a:defRPr sz="1950" b="1">
          <a:solidFill>
            <a:schemeClr val="bg1"/>
          </a:solidFill>
          <a:latin typeface="Calibri" pitchFamily="34" charset="0"/>
          <a:ea typeface="幼圆" pitchFamily="49" charset="-122"/>
          <a:cs typeface="宋体" pitchFamily="2" charset="-122"/>
        </a:defRPr>
      </a:lvl2pPr>
      <a:lvl3pPr algn="l" rtl="0" eaLnBrk="1" fontAlgn="base" hangingPunct="1">
        <a:spcBef>
          <a:spcPct val="0"/>
        </a:spcBef>
        <a:spcAft>
          <a:spcPct val="0"/>
        </a:spcAft>
        <a:defRPr sz="1950" b="1">
          <a:solidFill>
            <a:schemeClr val="bg1"/>
          </a:solidFill>
          <a:latin typeface="Calibri" pitchFamily="34" charset="0"/>
          <a:ea typeface="幼圆" pitchFamily="49" charset="-122"/>
          <a:cs typeface="宋体" pitchFamily="2" charset="-122"/>
        </a:defRPr>
      </a:lvl3pPr>
      <a:lvl4pPr algn="l" rtl="0" eaLnBrk="1" fontAlgn="base" hangingPunct="1">
        <a:spcBef>
          <a:spcPct val="0"/>
        </a:spcBef>
        <a:spcAft>
          <a:spcPct val="0"/>
        </a:spcAft>
        <a:defRPr sz="1950" b="1">
          <a:solidFill>
            <a:schemeClr val="bg1"/>
          </a:solidFill>
          <a:latin typeface="Calibri" pitchFamily="34" charset="0"/>
          <a:ea typeface="幼圆" pitchFamily="49" charset="-122"/>
          <a:cs typeface="宋体" pitchFamily="2" charset="-122"/>
        </a:defRPr>
      </a:lvl4pPr>
      <a:lvl5pPr algn="l" rtl="0" eaLnBrk="1" fontAlgn="base" hangingPunct="1">
        <a:spcBef>
          <a:spcPct val="0"/>
        </a:spcBef>
        <a:spcAft>
          <a:spcPct val="0"/>
        </a:spcAft>
        <a:defRPr sz="1950" b="1">
          <a:solidFill>
            <a:schemeClr val="bg1"/>
          </a:solidFill>
          <a:latin typeface="Calibri" pitchFamily="34" charset="0"/>
          <a:ea typeface="幼圆" pitchFamily="49" charset="-122"/>
          <a:cs typeface="宋体" pitchFamily="2" charset="-122"/>
        </a:defRPr>
      </a:lvl5pPr>
      <a:lvl6pPr marL="342900" algn="l" rtl="0" eaLnBrk="1" fontAlgn="base" hangingPunct="1">
        <a:spcBef>
          <a:spcPct val="0"/>
        </a:spcBef>
        <a:spcAft>
          <a:spcPct val="0"/>
        </a:spcAft>
        <a:defRPr sz="1950" b="1">
          <a:solidFill>
            <a:schemeClr val="bg1"/>
          </a:solidFill>
          <a:latin typeface="Arial" pitchFamily="34" charset="0"/>
          <a:ea typeface="幼圆" pitchFamily="49" charset="-122"/>
          <a:cs typeface="宋体" pitchFamily="2" charset="-122"/>
        </a:defRPr>
      </a:lvl6pPr>
      <a:lvl7pPr marL="685800" algn="l" rtl="0" eaLnBrk="1" fontAlgn="base" hangingPunct="1">
        <a:spcBef>
          <a:spcPct val="0"/>
        </a:spcBef>
        <a:spcAft>
          <a:spcPct val="0"/>
        </a:spcAft>
        <a:defRPr sz="1950" b="1">
          <a:solidFill>
            <a:schemeClr val="bg1"/>
          </a:solidFill>
          <a:latin typeface="Arial" pitchFamily="34" charset="0"/>
          <a:ea typeface="幼圆" pitchFamily="49" charset="-122"/>
          <a:cs typeface="宋体" pitchFamily="2" charset="-122"/>
        </a:defRPr>
      </a:lvl7pPr>
      <a:lvl8pPr marL="1028700" algn="l" rtl="0" eaLnBrk="1" fontAlgn="base" hangingPunct="1">
        <a:spcBef>
          <a:spcPct val="0"/>
        </a:spcBef>
        <a:spcAft>
          <a:spcPct val="0"/>
        </a:spcAft>
        <a:defRPr sz="1950" b="1">
          <a:solidFill>
            <a:schemeClr val="bg1"/>
          </a:solidFill>
          <a:latin typeface="Arial" pitchFamily="34" charset="0"/>
          <a:ea typeface="幼圆" pitchFamily="49" charset="-122"/>
          <a:cs typeface="宋体" pitchFamily="2" charset="-122"/>
        </a:defRPr>
      </a:lvl8pPr>
      <a:lvl9pPr marL="1371600" algn="l" rtl="0" eaLnBrk="1" fontAlgn="base" hangingPunct="1">
        <a:spcBef>
          <a:spcPct val="0"/>
        </a:spcBef>
        <a:spcAft>
          <a:spcPct val="0"/>
        </a:spcAft>
        <a:defRPr sz="1950" b="1">
          <a:solidFill>
            <a:schemeClr val="bg1"/>
          </a:solidFill>
          <a:latin typeface="Arial" pitchFamily="34" charset="0"/>
          <a:ea typeface="幼圆" pitchFamily="49" charset="-122"/>
          <a:cs typeface="宋体" pitchFamily="2" charset="-122"/>
        </a:defRPr>
      </a:lvl9pPr>
    </p:titleStyle>
    <p:bodyStyle>
      <a:lvl1pPr marL="257175" indent="-257175" algn="l" rtl="0" eaLnBrk="1" fontAlgn="base" hangingPunct="1">
        <a:spcBef>
          <a:spcPts val="225"/>
        </a:spcBef>
        <a:spcAft>
          <a:spcPts val="225"/>
        </a:spcAft>
        <a:buClr>
          <a:schemeClr val="accent2"/>
        </a:buClr>
        <a:buChar char="•"/>
        <a:defRPr sz="2400" kern="1200" baseline="0">
          <a:solidFill>
            <a:srgbClr val="3B4355"/>
          </a:solidFill>
          <a:latin typeface="Arial" pitchFamily="34" charset="0"/>
          <a:ea typeface="黑体" pitchFamily="49" charset="-122"/>
          <a:cs typeface="+mn-cs"/>
        </a:defRPr>
      </a:lvl1pPr>
      <a:lvl2pPr marL="53340" indent="0" algn="l" rtl="0" eaLnBrk="1" fontAlgn="base" hangingPunct="1">
        <a:spcBef>
          <a:spcPct val="20000"/>
        </a:spcBef>
        <a:spcAft>
          <a:spcPct val="0"/>
        </a:spcAft>
        <a:buFont typeface="Arial" pitchFamily="34" charset="0"/>
        <a:buNone/>
        <a:defRPr sz="1400" kern="1200" baseline="0">
          <a:solidFill>
            <a:srgbClr val="888C8F"/>
          </a:solidFill>
          <a:latin typeface="Arial" pitchFamily="34" charset="0"/>
          <a:ea typeface="黑体" pitchFamily="49" charset="-122"/>
          <a:cs typeface="+mn-cs"/>
        </a:defRPr>
      </a:lvl2pPr>
      <a:lvl3pPr marL="857250" indent="-171450" algn="l" rtl="0" eaLnBrk="1" fontAlgn="base" hangingPunct="1">
        <a:spcBef>
          <a:spcPts val="225"/>
        </a:spcBef>
        <a:spcAft>
          <a:spcPts val="225"/>
        </a:spcAft>
        <a:buChar char="•"/>
        <a:defRPr sz="2000" kern="1200">
          <a:solidFill>
            <a:schemeClr val="tx1"/>
          </a:solidFill>
          <a:latin typeface="+mn-lt"/>
          <a:ea typeface="+mn-ea"/>
          <a:cs typeface="+mn-cs"/>
        </a:defRPr>
      </a:lvl3pPr>
      <a:lvl4pPr marL="1200150" indent="-171450" algn="l" rtl="0" eaLnBrk="1" fontAlgn="base" hangingPunct="1">
        <a:spcBef>
          <a:spcPts val="225"/>
        </a:spcBef>
        <a:spcAft>
          <a:spcPts val="225"/>
        </a:spcAft>
        <a:buChar char="–"/>
        <a:defRPr sz="1800" kern="1200">
          <a:solidFill>
            <a:schemeClr val="tx1"/>
          </a:solidFill>
          <a:latin typeface="+mn-lt"/>
          <a:ea typeface="+mn-ea"/>
          <a:cs typeface="+mn-cs"/>
        </a:defRPr>
      </a:lvl4pPr>
      <a:lvl5pPr marL="1543050" indent="-171450" algn="l" rtl="0" eaLnBrk="1" fontAlgn="base" hangingPunct="1">
        <a:spcBef>
          <a:spcPts val="225"/>
        </a:spcBef>
        <a:spcAft>
          <a:spcPts val="225"/>
        </a:spcAft>
        <a:buChar char="»"/>
        <a:defRPr sz="1800" kern="1200">
          <a:solidFill>
            <a:schemeClr val="tx1"/>
          </a:solidFill>
          <a:latin typeface="+mn-lt"/>
          <a:ea typeface="+mn-ea"/>
          <a:cs typeface="+mn-cs"/>
        </a:defRPr>
      </a:lvl5pPr>
      <a:lvl6pPr marL="1885950" indent="-171450" algn="l" defTabSz="685165" rtl="0" eaLnBrk="1" latinLnBrk="0" hangingPunct="1">
        <a:spcBef>
          <a:spcPts val="225"/>
        </a:spcBef>
        <a:spcAft>
          <a:spcPts val="225"/>
        </a:spcAft>
        <a:buFont typeface="Arial" pitchFamily="34" charset="0"/>
        <a:buChar char="•"/>
        <a:defRPr sz="1800" kern="1200">
          <a:solidFill>
            <a:schemeClr val="tx1"/>
          </a:solidFill>
          <a:latin typeface="+mn-lt"/>
          <a:ea typeface="+mn-ea"/>
          <a:cs typeface="+mn-cs"/>
        </a:defRPr>
      </a:lvl6pPr>
      <a:lvl7pPr marL="2228850" indent="-171450" algn="l" defTabSz="685165"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165"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165"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p:bodyStyle>
    <p:otherStyle>
      <a:defPPr>
        <a:defRPr lang="zh-CN"/>
      </a:defPPr>
      <a:lvl1pPr marL="0" algn="l" defTabSz="685165" rtl="0" eaLnBrk="1" latinLnBrk="0" hangingPunct="1">
        <a:defRPr sz="1350" kern="1200">
          <a:solidFill>
            <a:schemeClr val="tx1"/>
          </a:solidFill>
          <a:latin typeface="+mn-lt"/>
          <a:ea typeface="+mn-ea"/>
          <a:cs typeface="+mn-cs"/>
        </a:defRPr>
      </a:lvl1pPr>
      <a:lvl2pPr marL="342900" algn="l" defTabSz="685165" rtl="0" eaLnBrk="1" latinLnBrk="0" hangingPunct="1">
        <a:defRPr sz="1350" kern="1200">
          <a:solidFill>
            <a:schemeClr val="tx1"/>
          </a:solidFill>
          <a:latin typeface="+mn-lt"/>
          <a:ea typeface="+mn-ea"/>
          <a:cs typeface="+mn-cs"/>
        </a:defRPr>
      </a:lvl2pPr>
      <a:lvl3pPr marL="685800" algn="l" defTabSz="685165" rtl="0" eaLnBrk="1" latinLnBrk="0" hangingPunct="1">
        <a:defRPr sz="1350" kern="1200">
          <a:solidFill>
            <a:schemeClr val="tx1"/>
          </a:solidFill>
          <a:latin typeface="+mn-lt"/>
          <a:ea typeface="+mn-ea"/>
          <a:cs typeface="+mn-cs"/>
        </a:defRPr>
      </a:lvl3pPr>
      <a:lvl4pPr marL="1028700" algn="l" defTabSz="685165" rtl="0" eaLnBrk="1" latinLnBrk="0" hangingPunct="1">
        <a:defRPr sz="1350" kern="1200">
          <a:solidFill>
            <a:schemeClr val="tx1"/>
          </a:solidFill>
          <a:latin typeface="+mn-lt"/>
          <a:ea typeface="+mn-ea"/>
          <a:cs typeface="+mn-cs"/>
        </a:defRPr>
      </a:lvl4pPr>
      <a:lvl5pPr marL="1371600" algn="l" defTabSz="685165" rtl="0" eaLnBrk="1" latinLnBrk="0" hangingPunct="1">
        <a:defRPr sz="1350" kern="1200">
          <a:solidFill>
            <a:schemeClr val="tx1"/>
          </a:solidFill>
          <a:latin typeface="+mn-lt"/>
          <a:ea typeface="+mn-ea"/>
          <a:cs typeface="+mn-cs"/>
        </a:defRPr>
      </a:lvl5pPr>
      <a:lvl6pPr marL="1714500" algn="l" defTabSz="685165" rtl="0" eaLnBrk="1" latinLnBrk="0" hangingPunct="1">
        <a:defRPr sz="1350" kern="1200">
          <a:solidFill>
            <a:schemeClr val="tx1"/>
          </a:solidFill>
          <a:latin typeface="+mn-lt"/>
          <a:ea typeface="+mn-ea"/>
          <a:cs typeface="+mn-cs"/>
        </a:defRPr>
      </a:lvl6pPr>
      <a:lvl7pPr marL="2057400" algn="l" defTabSz="685165" rtl="0" eaLnBrk="1" latinLnBrk="0" hangingPunct="1">
        <a:defRPr sz="1350" kern="1200">
          <a:solidFill>
            <a:schemeClr val="tx1"/>
          </a:solidFill>
          <a:latin typeface="+mn-lt"/>
          <a:ea typeface="+mn-ea"/>
          <a:cs typeface="+mn-cs"/>
        </a:defRPr>
      </a:lvl7pPr>
      <a:lvl8pPr marL="2400300" algn="l" defTabSz="685165" rtl="0" eaLnBrk="1" latinLnBrk="0" hangingPunct="1">
        <a:defRPr sz="1350" kern="1200">
          <a:solidFill>
            <a:schemeClr val="tx1"/>
          </a:solidFill>
          <a:latin typeface="+mn-lt"/>
          <a:ea typeface="+mn-ea"/>
          <a:cs typeface="+mn-cs"/>
        </a:defRPr>
      </a:lvl8pPr>
      <a:lvl9pPr marL="2743200" algn="l" defTabSz="685165"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2"/>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266699"/>
            <a:ext cx="9142413" cy="792843"/>
          </a:xfrm>
          <a:prstGeom prst="rect">
            <a:avLst/>
          </a:prstGeom>
          <a:solidFill>
            <a:srgbClr val="00B6B0">
              <a:alpha val="7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0215" tIns="46990" rIns="450215" bIns="46990" numCol="1" anchor="ctr" anchorCtr="0" compatLnSpc="1">
            <a:normAutofit/>
          </a:bodyPr>
          <a:lstStyle/>
          <a:p>
            <a:pPr lvl="0"/>
            <a:r>
              <a:rPr lang="zh-CN" altLang="zh-CN" dirty="0" smtClean="0"/>
              <a:t>单击此处编辑母版标题样式</a:t>
            </a:r>
            <a:endParaRPr lang="zh-CN" altLang="zh-CN" dirty="0" smtClean="0"/>
          </a:p>
        </p:txBody>
      </p:sp>
      <p:sp>
        <p:nvSpPr>
          <p:cNvPr id="1027" name="Rectangle 3"/>
          <p:cNvSpPr>
            <a:spLocks noGrp="1" noChangeArrowheads="1"/>
          </p:cNvSpPr>
          <p:nvPr>
            <p:ph type="body" idx="1"/>
          </p:nvPr>
        </p:nvSpPr>
        <p:spPr bwMode="auto">
          <a:xfrm>
            <a:off x="457200" y="1460500"/>
            <a:ext cx="8229600" cy="4527550"/>
          </a:xfrm>
          <a:prstGeom prst="rect">
            <a:avLst/>
          </a:prstGeom>
          <a:noFill/>
          <a:ln>
            <a:noFill/>
          </a:ln>
        </p:spPr>
        <p:txBody>
          <a:bodyPr vert="horz" wrap="square" lIns="91440" tIns="45720" rIns="91440" bIns="45720" numCol="1" anchor="t" anchorCtr="0" compatLnSpc="1">
            <a:normAutofit/>
          </a:bodyPr>
          <a:lstStyle/>
          <a:p>
            <a:pPr lvl="0"/>
            <a:r>
              <a:rPr lang="zh-CN" altLang="zh-CN" dirty="0" smtClean="0"/>
              <a:t>单击此处编辑母版文本样式</a:t>
            </a:r>
            <a:endParaRPr lang="zh-CN" altLang="zh-CN" dirty="0" smtClean="0"/>
          </a:p>
          <a:p>
            <a:pPr lvl="1"/>
            <a:r>
              <a:rPr lang="zh-CN" altLang="zh-CN" dirty="0" smtClean="0"/>
              <a:t>第二级</a:t>
            </a:r>
            <a:endParaRPr lang="zh-CN" altLang="zh-CN" dirty="0" smtClean="0"/>
          </a:p>
          <a:p>
            <a:pPr lvl="2"/>
            <a:r>
              <a:rPr lang="zh-CN" altLang="zh-CN" dirty="0" smtClean="0"/>
              <a:t>第三级</a:t>
            </a:r>
            <a:endParaRPr lang="zh-CN" altLang="zh-CN" dirty="0" smtClean="0"/>
          </a:p>
          <a:p>
            <a:pPr lvl="3"/>
            <a:r>
              <a:rPr lang="zh-CN" altLang="zh-CN" dirty="0" smtClean="0"/>
              <a:t>第四级</a:t>
            </a:r>
            <a:endParaRPr lang="zh-CN" altLang="zh-CN" dirty="0" smtClean="0"/>
          </a:p>
          <a:p>
            <a:pPr lvl="4"/>
            <a:r>
              <a:rPr lang="zh-CN" altLang="zh-CN" dirty="0" smtClean="0"/>
              <a:t>第五级</a:t>
            </a:r>
            <a:endParaRPr lang="zh-CN" altLang="zh-CN" dirty="0" smtClean="0"/>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p:spPr>
        <p:txBody>
          <a:bodyPr vert="horz" wrap="square" lIns="91440" tIns="45720" rIns="91440" bIns="45720" numCol="1" anchor="t" anchorCtr="0" compatLnSpc="1"/>
          <a:lstStyle>
            <a:lvl1pPr eaLnBrk="1" hangingPunct="1">
              <a:buFont typeface="Arial" pitchFamily="34" charset="0"/>
              <a:buNone/>
              <a:defRPr sz="1400" smtClean="0">
                <a:solidFill>
                  <a:schemeClr val="bg1"/>
                </a:solidFill>
                <a:latin typeface="Arial" pitchFamily="34" charset="0"/>
                <a:ea typeface="黑体" pitchFamily="49" charset="-122"/>
                <a:sym typeface="Arial" pitchFamily="34" charset="0"/>
              </a:defRPr>
            </a:lvl1pPr>
          </a:lstStyle>
          <a:p>
            <a:pPr>
              <a:defRPr/>
            </a:pPr>
            <a:fld id="{CD0C577F-9995-4F3A-B50C-898500D06E4B}" type="datetime1">
              <a:rPr lang="zh-CN" altLang="en-US" smtClean="0"/>
            </a:fld>
            <a:endParaRPr lang="zh-CN" alt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p:spPr>
        <p:txBody>
          <a:bodyPr vert="horz" wrap="square" lIns="91440" tIns="45720" rIns="91440" bIns="45720" numCol="1" anchor="t" anchorCtr="0" compatLnSpc="1"/>
          <a:lstStyle>
            <a:lvl1pPr algn="ctr" eaLnBrk="1" hangingPunct="1">
              <a:buFont typeface="Arial" pitchFamily="34" charset="0"/>
              <a:buNone/>
              <a:defRPr sz="1400" smtClean="0">
                <a:solidFill>
                  <a:schemeClr val="bg1"/>
                </a:solidFill>
                <a:latin typeface="Arial" pitchFamily="34" charset="0"/>
                <a:ea typeface="黑体" pitchFamily="49" charset="-122"/>
                <a:sym typeface="Arial" pitchFamily="34" charset="0"/>
              </a:defRPr>
            </a:lvl1pPr>
          </a:lstStyle>
          <a:p>
            <a:pPr>
              <a:defRPr/>
            </a:pPr>
            <a:endParaRPr lang="zh-CN" alt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p:spPr>
        <p:txBody>
          <a:bodyPr vert="horz" wrap="square" lIns="91440" tIns="45720" rIns="91440" bIns="45720" numCol="1" anchor="t" anchorCtr="0" compatLnSpc="1"/>
          <a:lstStyle>
            <a:lvl1pPr algn="r" eaLnBrk="1" hangingPunct="1">
              <a:buFont typeface="Arial" pitchFamily="34" charset="0"/>
              <a:buNone/>
              <a:defRPr sz="1400" smtClean="0">
                <a:solidFill>
                  <a:schemeClr val="bg1"/>
                </a:solidFill>
                <a:latin typeface="Arial" pitchFamily="34" charset="0"/>
                <a:ea typeface="黑体" pitchFamily="49" charset="-122"/>
                <a:sym typeface="Arial" pitchFamily="34" charset="0"/>
              </a:defRPr>
            </a:lvl1pPr>
          </a:lstStyle>
          <a:p>
            <a:pPr>
              <a:defRPr/>
            </a:pPr>
            <a:fld id="{D316DAC8-EFA0-4704-8110-6D364E42B0F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rtl="0" eaLnBrk="0" fontAlgn="base" hangingPunct="0">
        <a:spcBef>
          <a:spcPct val="0"/>
        </a:spcBef>
        <a:spcAft>
          <a:spcPct val="0"/>
        </a:spcAft>
        <a:defRPr sz="3200" kern="1200">
          <a:solidFill>
            <a:schemeClr val="bg1"/>
          </a:solidFill>
          <a:latin typeface="+mj-ea"/>
          <a:ea typeface="+mj-ea"/>
          <a:cs typeface="+mj-cs"/>
          <a:sym typeface="Arial" pitchFamily="34" charset="0"/>
        </a:defRPr>
      </a:lvl1pPr>
      <a:lvl2pPr algn="l" rtl="0" eaLnBrk="0" fontAlgn="base" hangingPunct="0">
        <a:spcBef>
          <a:spcPct val="0"/>
        </a:spcBef>
        <a:spcAft>
          <a:spcPct val="0"/>
        </a:spcAft>
        <a:defRPr sz="3200">
          <a:solidFill>
            <a:schemeClr val="bg1"/>
          </a:solidFill>
          <a:latin typeface="Arial" pitchFamily="34" charset="0"/>
          <a:ea typeface="黑体" pitchFamily="49" charset="-122"/>
        </a:defRPr>
      </a:lvl2pPr>
      <a:lvl3pPr algn="l" rtl="0" eaLnBrk="0" fontAlgn="base" hangingPunct="0">
        <a:spcBef>
          <a:spcPct val="0"/>
        </a:spcBef>
        <a:spcAft>
          <a:spcPct val="0"/>
        </a:spcAft>
        <a:defRPr sz="3200">
          <a:solidFill>
            <a:schemeClr val="bg1"/>
          </a:solidFill>
          <a:latin typeface="Arial" pitchFamily="34" charset="0"/>
          <a:ea typeface="黑体" pitchFamily="49" charset="-122"/>
        </a:defRPr>
      </a:lvl3pPr>
      <a:lvl4pPr algn="l" rtl="0" eaLnBrk="0" fontAlgn="base" hangingPunct="0">
        <a:spcBef>
          <a:spcPct val="0"/>
        </a:spcBef>
        <a:spcAft>
          <a:spcPct val="0"/>
        </a:spcAft>
        <a:defRPr sz="3200">
          <a:solidFill>
            <a:schemeClr val="bg1"/>
          </a:solidFill>
          <a:latin typeface="Arial" pitchFamily="34" charset="0"/>
          <a:ea typeface="黑体" pitchFamily="49" charset="-122"/>
        </a:defRPr>
      </a:lvl4pPr>
      <a:lvl5pPr algn="l" rtl="0" eaLnBrk="0" fontAlgn="base" hangingPunct="0">
        <a:spcBef>
          <a:spcPct val="0"/>
        </a:spcBef>
        <a:spcAft>
          <a:spcPct val="0"/>
        </a:spcAft>
        <a:defRPr sz="3200">
          <a:solidFill>
            <a:schemeClr val="bg1"/>
          </a:solidFill>
          <a:latin typeface="Arial" pitchFamily="34" charset="0"/>
          <a:ea typeface="黑体" pitchFamily="49" charset="-122"/>
        </a:defRPr>
      </a:lvl5pPr>
      <a:lvl6pPr marL="457200" algn="l" rtl="0" fontAlgn="base">
        <a:spcBef>
          <a:spcPct val="0"/>
        </a:spcBef>
        <a:spcAft>
          <a:spcPct val="0"/>
        </a:spcAft>
        <a:defRPr sz="3200">
          <a:solidFill>
            <a:schemeClr val="bg1"/>
          </a:solidFill>
          <a:latin typeface="Arial" pitchFamily="34" charset="0"/>
          <a:ea typeface="黑体" pitchFamily="49" charset="-122"/>
        </a:defRPr>
      </a:lvl6pPr>
      <a:lvl7pPr marL="914400" algn="l" rtl="0" fontAlgn="base">
        <a:spcBef>
          <a:spcPct val="0"/>
        </a:spcBef>
        <a:spcAft>
          <a:spcPct val="0"/>
        </a:spcAft>
        <a:defRPr sz="3200">
          <a:solidFill>
            <a:schemeClr val="bg1"/>
          </a:solidFill>
          <a:latin typeface="Arial" pitchFamily="34" charset="0"/>
          <a:ea typeface="黑体" pitchFamily="49" charset="-122"/>
        </a:defRPr>
      </a:lvl7pPr>
      <a:lvl8pPr marL="1371600" algn="l" rtl="0" fontAlgn="base">
        <a:spcBef>
          <a:spcPct val="0"/>
        </a:spcBef>
        <a:spcAft>
          <a:spcPct val="0"/>
        </a:spcAft>
        <a:defRPr sz="3200">
          <a:solidFill>
            <a:schemeClr val="bg1"/>
          </a:solidFill>
          <a:latin typeface="Arial" pitchFamily="34" charset="0"/>
          <a:ea typeface="黑体" pitchFamily="49" charset="-122"/>
        </a:defRPr>
      </a:lvl8pPr>
      <a:lvl9pPr marL="1828800" algn="l" rtl="0" fontAlgn="base">
        <a:spcBef>
          <a:spcPct val="0"/>
        </a:spcBef>
        <a:spcAft>
          <a:spcPct val="0"/>
        </a:spcAft>
        <a:defRPr sz="3200">
          <a:solidFill>
            <a:schemeClr val="bg1"/>
          </a:solidFill>
          <a:latin typeface="Arial" pitchFamily="34" charset="0"/>
          <a:ea typeface="黑体" pitchFamily="49" charset="-122"/>
        </a:defRPr>
      </a:lvl9pPr>
    </p:titleStyle>
    <p:bodyStyle>
      <a:lvl1pPr marL="342900" indent="-342900" algn="l" rtl="0" eaLnBrk="0" fontAlgn="base" hangingPunct="0">
        <a:spcBef>
          <a:spcPct val="20000"/>
        </a:spcBef>
        <a:spcAft>
          <a:spcPct val="0"/>
        </a:spcAft>
        <a:buChar char="•"/>
        <a:defRPr sz="2400" kern="1200">
          <a:solidFill>
            <a:schemeClr val="bg1"/>
          </a:solidFill>
          <a:latin typeface="+mn-ea"/>
          <a:ea typeface="+mn-ea"/>
          <a:cs typeface="+mn-cs"/>
          <a:sym typeface="Arial" pitchFamily="34" charset="0"/>
        </a:defRPr>
      </a:lvl1pPr>
      <a:lvl2pPr marL="742950" indent="-285750" algn="l" rtl="0" eaLnBrk="0" fontAlgn="base" hangingPunct="0">
        <a:spcBef>
          <a:spcPct val="20000"/>
        </a:spcBef>
        <a:spcAft>
          <a:spcPct val="0"/>
        </a:spcAft>
        <a:buChar char="–"/>
        <a:defRPr sz="2000" kern="1200">
          <a:solidFill>
            <a:schemeClr val="bg1"/>
          </a:solidFill>
          <a:latin typeface="+mn-ea"/>
          <a:ea typeface="+mn-ea"/>
          <a:cs typeface="+mn-cs"/>
          <a:sym typeface="Arial" pitchFamily="34" charset="0"/>
        </a:defRPr>
      </a:lvl2pPr>
      <a:lvl3pPr marL="1143000" indent="-228600" algn="l" rtl="0" eaLnBrk="0" fontAlgn="base" hangingPunct="0">
        <a:spcBef>
          <a:spcPct val="20000"/>
        </a:spcBef>
        <a:spcAft>
          <a:spcPct val="0"/>
        </a:spcAft>
        <a:buChar char="•"/>
        <a:defRPr sz="1800" kern="1200">
          <a:solidFill>
            <a:schemeClr val="bg1"/>
          </a:solidFill>
          <a:latin typeface="+mn-ea"/>
          <a:ea typeface="+mn-ea"/>
          <a:cs typeface="+mn-cs"/>
          <a:sym typeface="Arial" pitchFamily="34" charset="0"/>
        </a:defRPr>
      </a:lvl3pPr>
      <a:lvl4pPr marL="1600200" indent="-228600" algn="l" rtl="0" eaLnBrk="0" fontAlgn="base" hangingPunct="0">
        <a:spcBef>
          <a:spcPct val="20000"/>
        </a:spcBef>
        <a:spcAft>
          <a:spcPct val="0"/>
        </a:spcAft>
        <a:buChar char="–"/>
        <a:defRPr sz="1800" kern="1200">
          <a:solidFill>
            <a:schemeClr val="bg1"/>
          </a:solidFill>
          <a:latin typeface="+mn-ea"/>
          <a:ea typeface="+mn-ea"/>
          <a:cs typeface="+mn-cs"/>
          <a:sym typeface="Arial" pitchFamily="34" charset="0"/>
        </a:defRPr>
      </a:lvl4pPr>
      <a:lvl5pPr marL="2057400" indent="-228600" algn="l" rtl="0" eaLnBrk="0" fontAlgn="base" hangingPunct="0">
        <a:spcBef>
          <a:spcPct val="20000"/>
        </a:spcBef>
        <a:spcAft>
          <a:spcPct val="0"/>
        </a:spcAft>
        <a:buChar char="»"/>
        <a:defRPr sz="1800" kern="1200">
          <a:solidFill>
            <a:schemeClr val="bg1"/>
          </a:solidFill>
          <a:latin typeface="+mn-ea"/>
          <a:ea typeface="+mn-ea"/>
          <a:cs typeface="+mn-cs"/>
          <a:sym typeface="Arial" pitchFamily="34" charset="0"/>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rgbClr val="1B0609"/>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rmAutofit/>
          </a:bodyPr>
          <a:lstStyle/>
          <a:p>
            <a:pPr lvl="0"/>
            <a:r>
              <a:rPr lang="zh-CN" altLang="zh-CN" smtClean="0"/>
              <a:t>单击此处编辑母版标题样式</a:t>
            </a:r>
            <a:endParaRPr lang="zh-CN" altLang="zh-CN" smtClean="0"/>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rmAutofit/>
          </a:bodyPr>
          <a:lstStyle/>
          <a:p>
            <a:pPr lvl="0"/>
            <a:r>
              <a:rPr lang="zh-CN" altLang="zh-CN" dirty="0" smtClean="0"/>
              <a:t>单击此处编辑母版文本样式</a:t>
            </a:r>
            <a:endParaRPr lang="zh-CN" altLang="zh-CN" dirty="0" smtClean="0"/>
          </a:p>
          <a:p>
            <a:pPr lvl="1"/>
            <a:r>
              <a:rPr lang="zh-CN" altLang="zh-CN" dirty="0" smtClean="0"/>
              <a:t>第二级</a:t>
            </a:r>
            <a:endParaRPr lang="zh-CN" altLang="zh-CN" dirty="0" smtClean="0"/>
          </a:p>
          <a:p>
            <a:pPr lvl="2"/>
            <a:r>
              <a:rPr lang="zh-CN" altLang="zh-CN" dirty="0" smtClean="0"/>
              <a:t>第三级</a:t>
            </a:r>
            <a:endParaRPr lang="zh-CN" altLang="zh-CN" dirty="0" smtClean="0"/>
          </a:p>
          <a:p>
            <a:pPr lvl="3"/>
            <a:r>
              <a:rPr lang="zh-CN" altLang="zh-CN" dirty="0" smtClean="0"/>
              <a:t>第四级</a:t>
            </a:r>
            <a:endParaRPr lang="zh-CN" altLang="zh-CN" dirty="0" smtClean="0"/>
          </a:p>
          <a:p>
            <a:pPr lvl="4"/>
            <a:r>
              <a:rPr lang="zh-CN" altLang="zh-CN" dirty="0" smtClean="0"/>
              <a:t>第五级</a:t>
            </a:r>
            <a:endParaRPr lang="zh-CN" altLang="zh-CN" dirty="0" smtClean="0"/>
          </a:p>
        </p:txBody>
      </p:sp>
      <p:sp>
        <p:nvSpPr>
          <p:cNvPr id="2" name="日期占位符 1"/>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A47955-9ED2-441E-A926-AB39F3274AAE}" type="datetimeFigureOut">
              <a:rPr lang="zh-CN" altLang="en-US" smtClean="0"/>
            </a:fld>
            <a:endParaRPr lang="zh-CN" altLang="en-US"/>
          </a:p>
        </p:txBody>
      </p:sp>
      <p:sp>
        <p:nvSpPr>
          <p:cNvPr id="3" name="页脚占位符 2"/>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4" name="灯片编号占位符 3"/>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FA4E92-8115-4D0F-948C-D2CA9234184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Lst>
  <p:txStyles>
    <p:titleStyle>
      <a:lvl1pPr algn="ctr" rtl="0" eaLnBrk="0" fontAlgn="base" hangingPunct="0">
        <a:spcBef>
          <a:spcPct val="0"/>
        </a:spcBef>
        <a:spcAft>
          <a:spcPct val="0"/>
        </a:spcAft>
        <a:defRPr sz="4000" kern="12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itchFamily="34" charset="0"/>
          <a:ea typeface="黑体" pitchFamily="49" charset="-122"/>
        </a:defRPr>
      </a:lvl2pPr>
      <a:lvl3pPr algn="ctr" rtl="0" eaLnBrk="0" fontAlgn="base" hangingPunct="0">
        <a:spcBef>
          <a:spcPct val="0"/>
        </a:spcBef>
        <a:spcAft>
          <a:spcPct val="0"/>
        </a:spcAft>
        <a:defRPr sz="4400">
          <a:solidFill>
            <a:schemeClr val="bg1"/>
          </a:solidFill>
          <a:latin typeface="Arial" pitchFamily="34" charset="0"/>
          <a:ea typeface="黑体" pitchFamily="49" charset="-122"/>
        </a:defRPr>
      </a:lvl3pPr>
      <a:lvl4pPr algn="ctr" rtl="0" eaLnBrk="0" fontAlgn="base" hangingPunct="0">
        <a:spcBef>
          <a:spcPct val="0"/>
        </a:spcBef>
        <a:spcAft>
          <a:spcPct val="0"/>
        </a:spcAft>
        <a:defRPr sz="4400">
          <a:solidFill>
            <a:schemeClr val="bg1"/>
          </a:solidFill>
          <a:latin typeface="Arial" pitchFamily="34" charset="0"/>
          <a:ea typeface="黑体" pitchFamily="49" charset="-122"/>
        </a:defRPr>
      </a:lvl4pPr>
      <a:lvl5pPr algn="ctr" rtl="0" eaLnBrk="0" fontAlgn="base" hangingPunct="0">
        <a:spcBef>
          <a:spcPct val="0"/>
        </a:spcBef>
        <a:spcAft>
          <a:spcPct val="0"/>
        </a:spcAft>
        <a:defRPr sz="4400">
          <a:solidFill>
            <a:schemeClr val="bg1"/>
          </a:solidFill>
          <a:latin typeface="Arial" pitchFamily="34" charset="0"/>
          <a:ea typeface="黑体" pitchFamily="49" charset="-122"/>
        </a:defRPr>
      </a:lvl5pPr>
      <a:lvl6pPr marL="457200" algn="ctr" rtl="0" eaLnBrk="0" fontAlgn="base" hangingPunct="0">
        <a:spcBef>
          <a:spcPct val="0"/>
        </a:spcBef>
        <a:spcAft>
          <a:spcPct val="0"/>
        </a:spcAft>
        <a:defRPr sz="4400">
          <a:solidFill>
            <a:schemeClr val="bg1"/>
          </a:solidFill>
          <a:latin typeface="Arial" pitchFamily="34" charset="0"/>
          <a:ea typeface="黑体" pitchFamily="49" charset="-122"/>
        </a:defRPr>
      </a:lvl6pPr>
      <a:lvl7pPr marL="914400" algn="ctr" rtl="0" eaLnBrk="0" fontAlgn="base" hangingPunct="0">
        <a:spcBef>
          <a:spcPct val="0"/>
        </a:spcBef>
        <a:spcAft>
          <a:spcPct val="0"/>
        </a:spcAft>
        <a:defRPr sz="4400">
          <a:solidFill>
            <a:schemeClr val="bg1"/>
          </a:solidFill>
          <a:latin typeface="Arial" pitchFamily="34" charset="0"/>
          <a:ea typeface="黑体" pitchFamily="49" charset="-122"/>
        </a:defRPr>
      </a:lvl7pPr>
      <a:lvl8pPr marL="1371600" algn="ctr" rtl="0" eaLnBrk="0" fontAlgn="base" hangingPunct="0">
        <a:spcBef>
          <a:spcPct val="0"/>
        </a:spcBef>
        <a:spcAft>
          <a:spcPct val="0"/>
        </a:spcAft>
        <a:defRPr sz="4400">
          <a:solidFill>
            <a:schemeClr val="bg1"/>
          </a:solidFill>
          <a:latin typeface="Arial" pitchFamily="34" charset="0"/>
          <a:ea typeface="黑体" pitchFamily="49" charset="-122"/>
        </a:defRPr>
      </a:lvl8pPr>
      <a:lvl9pPr marL="1828800" algn="ctr" rtl="0" eaLnBrk="0" fontAlgn="base" hangingPunct="0">
        <a:spcBef>
          <a:spcPct val="0"/>
        </a:spcBef>
        <a:spcAft>
          <a:spcPct val="0"/>
        </a:spcAft>
        <a:defRPr sz="4400">
          <a:solidFill>
            <a:schemeClr val="bg1"/>
          </a:solidFill>
          <a:latin typeface="Arial" pitchFamily="34" charset="0"/>
          <a:ea typeface="黑体" pitchFamily="49" charset="-122"/>
        </a:defRPr>
      </a:lvl9pPr>
    </p:titleStyle>
    <p:bodyStyle>
      <a:lvl1pPr marL="342900" indent="-342900" algn="l" rtl="0" eaLnBrk="0" fontAlgn="base" hangingPunct="0">
        <a:spcBef>
          <a:spcPct val="20000"/>
        </a:spcBef>
        <a:spcAft>
          <a:spcPct val="0"/>
        </a:spcAft>
        <a:buChar char="•"/>
        <a:defRPr sz="2400" kern="1200">
          <a:solidFill>
            <a:schemeClr val="bg1"/>
          </a:solidFill>
          <a:latin typeface="+mn-lt"/>
          <a:ea typeface="+mn-ea"/>
          <a:cs typeface="+mn-cs"/>
        </a:defRPr>
      </a:lvl1pPr>
      <a:lvl2pPr marL="742950" indent="-285750" algn="l" rtl="0" eaLnBrk="0" fontAlgn="base" hangingPunct="0">
        <a:spcBef>
          <a:spcPct val="20000"/>
        </a:spcBef>
        <a:spcAft>
          <a:spcPct val="0"/>
        </a:spcAft>
        <a:buChar char="–"/>
        <a:defRPr sz="2000" kern="1200">
          <a:solidFill>
            <a:schemeClr val="bg1"/>
          </a:solidFill>
          <a:latin typeface="+mn-lt"/>
          <a:ea typeface="+mn-ea"/>
          <a:cs typeface="+mn-cs"/>
        </a:defRPr>
      </a:lvl2pPr>
      <a:lvl3pPr marL="1143000" indent="-228600" algn="l" rtl="0" eaLnBrk="0" fontAlgn="base" hangingPunct="0">
        <a:spcBef>
          <a:spcPct val="20000"/>
        </a:spcBef>
        <a:spcAft>
          <a:spcPct val="0"/>
        </a:spcAft>
        <a:buChar char="•"/>
        <a:defRPr sz="1800" kern="1200">
          <a:solidFill>
            <a:schemeClr val="bg1"/>
          </a:solidFill>
          <a:latin typeface="+mn-lt"/>
          <a:ea typeface="+mn-ea"/>
          <a:cs typeface="+mn-cs"/>
        </a:defRPr>
      </a:lvl3pPr>
      <a:lvl4pPr marL="1600200" indent="-228600" algn="l" rtl="0" eaLnBrk="0" fontAlgn="base" hangingPunct="0">
        <a:spcBef>
          <a:spcPct val="20000"/>
        </a:spcBef>
        <a:spcAft>
          <a:spcPct val="0"/>
        </a:spcAft>
        <a:buChar char="–"/>
        <a:defRPr sz="1800" kern="1200">
          <a:solidFill>
            <a:schemeClr val="bg1"/>
          </a:solidFill>
          <a:latin typeface="+mn-lt"/>
          <a:ea typeface="+mn-ea"/>
          <a:cs typeface="+mn-cs"/>
        </a:defRPr>
      </a:lvl4pPr>
      <a:lvl5pPr marL="2057400" indent="-228600" algn="l" rtl="0" eaLnBrk="0" fontAlgn="base" hangingPunct="0">
        <a:spcBef>
          <a:spcPct val="20000"/>
        </a:spcBef>
        <a:spcAft>
          <a:spcPct val="0"/>
        </a:spcAft>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7.xml"/><Relationship Id="rId7" Type="http://schemas.openxmlformats.org/officeDocument/2006/relationships/image" Target="../media/image5.jpeg"/><Relationship Id="rId6" Type="http://schemas.openxmlformats.org/officeDocument/2006/relationships/image" Target="../media/image4.jpeg"/><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0" Type="http://schemas.openxmlformats.org/officeDocument/2006/relationships/notesSlide" Target="../notesSlides/notesSlide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3.xml"/><Relationship Id="rId2" Type="http://schemas.openxmlformats.org/officeDocument/2006/relationships/tags" Target="../tags/tag9.xml"/><Relationship Id="rId1"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zh-CN" altLang="zh-CN" sz="3600" b="1"/>
              <a:t>二氧化硫的制取与视频录制</a:t>
            </a:r>
            <a:endParaRPr lang="zh-CN" altLang="zh-CN" sz="3600" b="1"/>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Rectangle 6"/>
          <p:cNvSpPr>
            <a:spLocks noGrp="1" noChangeArrowheads="1"/>
          </p:cNvSpPr>
          <p:nvPr>
            <p:custDataLst>
              <p:tags r:id="rId1"/>
            </p:custDataLst>
          </p:nvPr>
        </p:nvSpPr>
        <p:spPr bwMode="auto">
          <a:xfrm>
            <a:off x="5522271" y="3923349"/>
            <a:ext cx="3286102" cy="17125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170" tIns="46990" rIns="90170" bIns="46990"/>
          <a:lstStyle>
            <a:lvl1pPr>
              <a:spcBef>
                <a:spcPct val="20000"/>
              </a:spcBef>
              <a:buChar char="•"/>
              <a:defRPr sz="2800">
                <a:solidFill>
                  <a:schemeClr val="bg2"/>
                </a:solidFill>
                <a:latin typeface="Arial" pitchFamily="34" charset="0"/>
                <a:ea typeface="黑体" pitchFamily="49" charset="-122"/>
              </a:defRPr>
            </a:lvl1pPr>
            <a:lvl2pPr marL="742950" indent="-285750">
              <a:spcBef>
                <a:spcPct val="20000"/>
              </a:spcBef>
              <a:buChar char="–"/>
              <a:defRPr sz="2400">
                <a:solidFill>
                  <a:schemeClr val="bg2"/>
                </a:solidFill>
                <a:latin typeface="Arial" pitchFamily="34" charset="0"/>
                <a:ea typeface="黑体" pitchFamily="49" charset="-122"/>
              </a:defRPr>
            </a:lvl2pPr>
            <a:lvl3pPr marL="1143000" indent="-228600">
              <a:spcBef>
                <a:spcPct val="20000"/>
              </a:spcBef>
              <a:buChar char="•"/>
              <a:defRPr sz="2000">
                <a:solidFill>
                  <a:schemeClr val="bg2"/>
                </a:solidFill>
                <a:latin typeface="Arial" pitchFamily="34" charset="0"/>
                <a:ea typeface="黑体" pitchFamily="49" charset="-122"/>
              </a:defRPr>
            </a:lvl3pPr>
            <a:lvl4pPr marL="1600200" indent="-228600">
              <a:spcBef>
                <a:spcPct val="20000"/>
              </a:spcBef>
              <a:buChar char="–"/>
              <a:defRPr>
                <a:solidFill>
                  <a:schemeClr val="bg2"/>
                </a:solidFill>
                <a:latin typeface="Arial" pitchFamily="34" charset="0"/>
                <a:ea typeface="黑体" pitchFamily="49" charset="-122"/>
              </a:defRPr>
            </a:lvl4pPr>
            <a:lvl5pPr marL="2057400" indent="-228600">
              <a:spcBef>
                <a:spcPct val="20000"/>
              </a:spcBef>
              <a:buChar char="»"/>
              <a:defRPr>
                <a:solidFill>
                  <a:schemeClr val="bg2"/>
                </a:solidFill>
                <a:latin typeface="Arial" pitchFamily="34" charset="0"/>
                <a:ea typeface="黑体" pitchFamily="49" charset="-122"/>
              </a:defRPr>
            </a:lvl5pPr>
            <a:lvl6pPr marL="2514600" indent="-228600" eaLnBrk="0" fontAlgn="base" hangingPunct="0">
              <a:spcBef>
                <a:spcPct val="20000"/>
              </a:spcBef>
              <a:spcAft>
                <a:spcPct val="0"/>
              </a:spcAft>
              <a:buChar char="»"/>
              <a:defRPr>
                <a:solidFill>
                  <a:schemeClr val="bg2"/>
                </a:solidFill>
                <a:latin typeface="Arial" pitchFamily="34" charset="0"/>
                <a:ea typeface="黑体" pitchFamily="49" charset="-122"/>
              </a:defRPr>
            </a:lvl6pPr>
            <a:lvl7pPr marL="2971800" indent="-228600" eaLnBrk="0" fontAlgn="base" hangingPunct="0">
              <a:spcBef>
                <a:spcPct val="20000"/>
              </a:spcBef>
              <a:spcAft>
                <a:spcPct val="0"/>
              </a:spcAft>
              <a:buChar char="»"/>
              <a:defRPr>
                <a:solidFill>
                  <a:schemeClr val="bg2"/>
                </a:solidFill>
                <a:latin typeface="Arial" pitchFamily="34" charset="0"/>
                <a:ea typeface="黑体" pitchFamily="49" charset="-122"/>
              </a:defRPr>
            </a:lvl7pPr>
            <a:lvl8pPr marL="3429000" indent="-228600" eaLnBrk="0" fontAlgn="base" hangingPunct="0">
              <a:spcBef>
                <a:spcPct val="20000"/>
              </a:spcBef>
              <a:spcAft>
                <a:spcPct val="0"/>
              </a:spcAft>
              <a:buChar char="»"/>
              <a:defRPr>
                <a:solidFill>
                  <a:schemeClr val="bg2"/>
                </a:solidFill>
                <a:latin typeface="Arial" pitchFamily="34" charset="0"/>
                <a:ea typeface="黑体" pitchFamily="49" charset="-122"/>
              </a:defRPr>
            </a:lvl8pPr>
            <a:lvl9pPr marL="3886200" indent="-228600" eaLnBrk="0" fontAlgn="base" hangingPunct="0">
              <a:spcBef>
                <a:spcPct val="20000"/>
              </a:spcBef>
              <a:spcAft>
                <a:spcPct val="0"/>
              </a:spcAft>
              <a:buChar char="»"/>
              <a:defRPr>
                <a:solidFill>
                  <a:schemeClr val="bg2"/>
                </a:solidFill>
                <a:latin typeface="Arial" pitchFamily="34" charset="0"/>
                <a:ea typeface="黑体" pitchFamily="49" charset="-122"/>
              </a:defRPr>
            </a:lvl9pPr>
          </a:lstStyle>
          <a:p>
            <a:pPr eaLnBrk="1" hangingPunct="1">
              <a:spcBef>
                <a:spcPct val="0"/>
              </a:spcBef>
              <a:buFontTx/>
              <a:buNone/>
            </a:pPr>
            <a:r>
              <a:rPr lang="zh-CN" altLang="zh-CN" sz="1800" dirty="0">
                <a:solidFill>
                  <a:schemeClr val="accent1"/>
                </a:solidFill>
                <a:latin typeface="+mj-lt"/>
                <a:ea typeface="+mj-ea"/>
                <a:cs typeface="+mj-cs"/>
                <a:sym typeface="Arial" pitchFamily="34" charset="0"/>
              </a:rPr>
              <a:t>当二氧化硫溶于水中，会形成亚硫酸。若把亚硫酸进一步在PM2.5存在的条件下氧化，便会迅速高效生成硫酸（酸雨的主要成分）。</a:t>
            </a:r>
            <a:endParaRPr lang="zh-CN" altLang="zh-CN" sz="1800" dirty="0">
              <a:solidFill>
                <a:schemeClr val="accent1"/>
              </a:solidFill>
              <a:latin typeface="+mj-lt"/>
              <a:ea typeface="+mj-ea"/>
              <a:cs typeface="+mj-cs"/>
              <a:sym typeface="Arial" pitchFamily="34" charset="0"/>
            </a:endParaRPr>
          </a:p>
        </p:txBody>
      </p:sp>
      <p:sp>
        <p:nvSpPr>
          <p:cNvPr id="25607" name="Rectangle 7"/>
          <p:cNvSpPr>
            <a:spLocks noChangeArrowheads="1"/>
          </p:cNvSpPr>
          <p:nvPr>
            <p:custDataLst>
              <p:tags r:id="rId2"/>
            </p:custDataLst>
          </p:nvPr>
        </p:nvSpPr>
        <p:spPr bwMode="auto">
          <a:xfrm>
            <a:off x="3492509" y="2961341"/>
            <a:ext cx="993768" cy="993757"/>
          </a:xfrm>
          <a:prstGeom prst="rect">
            <a:avLst/>
          </a:prstGeom>
          <a:solidFill>
            <a:srgbClr val="000000">
              <a:alpha val="59999"/>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Font typeface="Arial" pitchFamily="34" charset="0"/>
              <a:defRPr>
                <a:solidFill>
                  <a:schemeClr val="tx1"/>
                </a:solidFill>
                <a:latin typeface="Arial" pitchFamily="34" charset="0"/>
                <a:ea typeface="黑体" pitchFamily="49" charset="-122"/>
              </a:defRPr>
            </a:lvl1pPr>
            <a:lvl2pPr marL="742950" indent="-285750">
              <a:buFont typeface="Arial" pitchFamily="34" charset="0"/>
              <a:defRPr>
                <a:solidFill>
                  <a:schemeClr val="tx1"/>
                </a:solidFill>
                <a:latin typeface="Arial" pitchFamily="34" charset="0"/>
                <a:ea typeface="黑体" pitchFamily="49" charset="-122"/>
              </a:defRPr>
            </a:lvl2pPr>
            <a:lvl3pPr marL="1143000" indent="-228600">
              <a:buFont typeface="Arial" pitchFamily="34" charset="0"/>
              <a:defRPr>
                <a:solidFill>
                  <a:schemeClr val="tx1"/>
                </a:solidFill>
                <a:latin typeface="Arial" pitchFamily="34" charset="0"/>
                <a:ea typeface="黑体" pitchFamily="49" charset="-122"/>
              </a:defRPr>
            </a:lvl3pPr>
            <a:lvl4pPr marL="1600200" indent="-228600">
              <a:buFont typeface="Arial" pitchFamily="34" charset="0"/>
              <a:defRPr>
                <a:solidFill>
                  <a:schemeClr val="tx1"/>
                </a:solidFill>
                <a:latin typeface="Arial" pitchFamily="34" charset="0"/>
                <a:ea typeface="黑体" pitchFamily="49" charset="-122"/>
              </a:defRPr>
            </a:lvl4pPr>
            <a:lvl5pPr marL="2057400" indent="-228600">
              <a:buFont typeface="Arial" pitchFamily="34" charse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9pPr>
          </a:lstStyle>
          <a:p>
            <a:pPr eaLnBrk="1" hangingPunct="1"/>
            <a:endParaRPr lang="zh-CN" altLang="zh-CN">
              <a:latin typeface="+mn-lt"/>
              <a:ea typeface="+mn-ea"/>
              <a:sym typeface="Arial" pitchFamily="34" charset="0"/>
            </a:endParaRPr>
          </a:p>
        </p:txBody>
      </p:sp>
      <p:sp>
        <p:nvSpPr>
          <p:cNvPr id="25608" name="Rectangle 8"/>
          <p:cNvSpPr>
            <a:spLocks noChangeArrowheads="1"/>
          </p:cNvSpPr>
          <p:nvPr>
            <p:custDataLst>
              <p:tags r:id="rId3"/>
            </p:custDataLst>
          </p:nvPr>
        </p:nvSpPr>
        <p:spPr bwMode="auto">
          <a:xfrm>
            <a:off x="4486277" y="3953512"/>
            <a:ext cx="993768" cy="993757"/>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Font typeface="Arial" pitchFamily="34" charset="0"/>
              <a:defRPr>
                <a:solidFill>
                  <a:schemeClr val="tx1"/>
                </a:solidFill>
                <a:latin typeface="Arial" pitchFamily="34" charset="0"/>
                <a:ea typeface="黑体" pitchFamily="49" charset="-122"/>
              </a:defRPr>
            </a:lvl1pPr>
            <a:lvl2pPr marL="742950" indent="-285750">
              <a:buFont typeface="Arial" pitchFamily="34" charset="0"/>
              <a:defRPr>
                <a:solidFill>
                  <a:schemeClr val="tx1"/>
                </a:solidFill>
                <a:latin typeface="Arial" pitchFamily="34" charset="0"/>
                <a:ea typeface="黑体" pitchFamily="49" charset="-122"/>
              </a:defRPr>
            </a:lvl2pPr>
            <a:lvl3pPr marL="1143000" indent="-228600">
              <a:buFont typeface="Arial" pitchFamily="34" charset="0"/>
              <a:defRPr>
                <a:solidFill>
                  <a:schemeClr val="tx1"/>
                </a:solidFill>
                <a:latin typeface="Arial" pitchFamily="34" charset="0"/>
                <a:ea typeface="黑体" pitchFamily="49" charset="-122"/>
              </a:defRPr>
            </a:lvl3pPr>
            <a:lvl4pPr marL="1600200" indent="-228600">
              <a:buFont typeface="Arial" pitchFamily="34" charset="0"/>
              <a:defRPr>
                <a:solidFill>
                  <a:schemeClr val="tx1"/>
                </a:solidFill>
                <a:latin typeface="Arial" pitchFamily="34" charset="0"/>
                <a:ea typeface="黑体" pitchFamily="49" charset="-122"/>
              </a:defRPr>
            </a:lvl4pPr>
            <a:lvl5pPr marL="2057400" indent="-228600">
              <a:buFont typeface="Arial" pitchFamily="34" charse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9pPr>
          </a:lstStyle>
          <a:p>
            <a:pPr eaLnBrk="1" hangingPunct="1"/>
            <a:endParaRPr lang="zh-CN" altLang="en-US">
              <a:latin typeface="+mn-lt"/>
              <a:ea typeface="+mn-ea"/>
              <a:sym typeface="Arial" pitchFamily="34" charset="0"/>
            </a:endParaRPr>
          </a:p>
        </p:txBody>
      </p:sp>
      <p:sp>
        <p:nvSpPr>
          <p:cNvPr id="25609" name="Text Box 9"/>
          <p:cNvSpPr txBox="1">
            <a:spLocks noChangeArrowheads="1"/>
          </p:cNvSpPr>
          <p:nvPr>
            <p:custDataLst>
              <p:tags r:id="rId4"/>
            </p:custDataLst>
          </p:nvPr>
        </p:nvSpPr>
        <p:spPr bwMode="auto">
          <a:xfrm>
            <a:off x="499457" y="2393027"/>
            <a:ext cx="2906375" cy="1779238"/>
          </a:xfrm>
          <a:prstGeom prst="rect">
            <a:avLst/>
          </a:prstGeom>
          <a:noFill/>
          <a:ln>
            <a:noFill/>
          </a:ln>
          <a:effectLst/>
          <a:extLst>
            <a:ext uri="{909E8E84-426E-40DD-AFC4-6F175D3DCCD1}">
              <a14:hiddenFill xmlns:a14="http://schemas.microsoft.com/office/drawing/2010/main">
                <a:solidFill>
                  <a:schemeClr val="tx2">
                    <a:lumMod val="65000"/>
                    <a:lumOff val="35000"/>
                  </a:scheme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170" tIns="46990" rIns="90170" bIns="46990">
            <a:normAutofit/>
          </a:bodyPr>
          <a:lstStyle>
            <a:lvl1pPr>
              <a:buFont typeface="Arial" pitchFamily="34" charset="0"/>
              <a:defRPr>
                <a:solidFill>
                  <a:schemeClr val="tx1"/>
                </a:solidFill>
                <a:latin typeface="Arial" pitchFamily="34" charset="0"/>
                <a:ea typeface="黑体" pitchFamily="49" charset="-122"/>
              </a:defRPr>
            </a:lvl1pPr>
            <a:lvl2pPr marL="742950" indent="-285750">
              <a:buFont typeface="Arial" pitchFamily="34" charset="0"/>
              <a:defRPr>
                <a:solidFill>
                  <a:schemeClr val="tx1"/>
                </a:solidFill>
                <a:latin typeface="Arial" pitchFamily="34" charset="0"/>
                <a:ea typeface="黑体" pitchFamily="49" charset="-122"/>
              </a:defRPr>
            </a:lvl2pPr>
            <a:lvl3pPr marL="1143000" indent="-228600">
              <a:buFont typeface="Arial" pitchFamily="34" charset="0"/>
              <a:defRPr>
                <a:solidFill>
                  <a:schemeClr val="tx1"/>
                </a:solidFill>
                <a:latin typeface="Arial" pitchFamily="34" charset="0"/>
                <a:ea typeface="黑体" pitchFamily="49" charset="-122"/>
              </a:defRPr>
            </a:lvl3pPr>
            <a:lvl4pPr marL="1600200" indent="-228600">
              <a:buFont typeface="Arial" pitchFamily="34" charset="0"/>
              <a:defRPr>
                <a:solidFill>
                  <a:schemeClr val="tx1"/>
                </a:solidFill>
                <a:latin typeface="Arial" pitchFamily="34" charset="0"/>
                <a:ea typeface="黑体" pitchFamily="49" charset="-122"/>
              </a:defRPr>
            </a:lvl4pPr>
            <a:lvl5pPr marL="2057400" indent="-228600">
              <a:buFont typeface="Arial" pitchFamily="34" charse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9pPr>
          </a:lstStyle>
          <a:p>
            <a:pPr algn="r" eaLnBrk="1" hangingPunct="1"/>
            <a:r>
              <a:rPr lang="zh-CN" altLang="en-US" b="1">
                <a:ln>
                  <a:noFill/>
                </a:ln>
                <a:solidFill>
                  <a:schemeClr val="tx2">
                    <a:lumMod val="65000"/>
                    <a:lumOff val="35000"/>
                  </a:schemeClr>
                </a:solidFill>
                <a:latin typeface="+mn-lt"/>
                <a:ea typeface="+mn-ea"/>
                <a:sym typeface="Arial" pitchFamily="34" charset="0"/>
              </a:rPr>
              <a:t>火山爆发时会喷出该气体，在许多工业过程中也会产生二氧化硫。由于煤和石油通常都含有硫元素，因此燃烧时会生成二氧化硫</a:t>
            </a:r>
            <a:r>
              <a:rPr lang="zh-CN" altLang="en-US" dirty="0">
                <a:solidFill>
                  <a:schemeClr val="bg2"/>
                </a:solidFill>
                <a:latin typeface="+mn-lt"/>
                <a:ea typeface="+mn-ea"/>
                <a:sym typeface="Arial" pitchFamily="34" charset="0"/>
              </a:rPr>
              <a:t>。</a:t>
            </a:r>
            <a:endParaRPr lang="zh-CN" altLang="en-US" dirty="0">
              <a:solidFill>
                <a:schemeClr val="bg2"/>
              </a:solidFill>
              <a:latin typeface="+mn-lt"/>
              <a:ea typeface="+mn-ea"/>
              <a:sym typeface="Arial" pitchFamily="34" charset="0"/>
            </a:endParaRPr>
          </a:p>
        </p:txBody>
      </p:sp>
      <p:sp>
        <p:nvSpPr>
          <p:cNvPr id="2" name="文本框 1"/>
          <p:cNvSpPr txBox="1"/>
          <p:nvPr>
            <p:custDataLst>
              <p:tags r:id="rId5"/>
            </p:custDataLst>
          </p:nvPr>
        </p:nvSpPr>
        <p:spPr>
          <a:xfrm>
            <a:off x="593089" y="642939"/>
            <a:ext cx="6972301" cy="492125"/>
          </a:xfrm>
          <a:prstGeom prst="rect">
            <a:avLst/>
          </a:prstGeom>
          <a:noFill/>
          <a:ln>
            <a:noFill/>
          </a:ln>
          <a:extLst>
            <a:ext uri="{909E8E84-426E-40DD-AFC4-6F175D3DCCD1}">
              <a14:hiddenFill xmlns:a14="http://schemas.microsoft.com/office/drawing/2010/main">
                <a:solidFill>
                  <a:srgbClr val="00B6B0">
                    <a:alpha val="79999"/>
                  </a:srgbClr>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0170" tIns="46990" rIns="90170" bIns="46990" numCol="1" anchor="ctr" anchorCtr="0" compatLnSpc="1"/>
          <a:lstStyle>
            <a:lvl1pPr eaLnBrk="1" hangingPunct="1">
              <a:defRPr sz="2800">
                <a:latin typeface="+mj-lt"/>
                <a:ea typeface="+mj-ea"/>
                <a:cs typeface="+mj-cs"/>
                <a:sym typeface="Arial" pitchFamily="34" charset="0"/>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vl6pPr marL="457200" fontAlgn="base">
              <a:spcBef>
                <a:spcPct val="0"/>
              </a:spcBef>
              <a:spcAft>
                <a:spcPct val="0"/>
              </a:spcAft>
              <a:defRPr sz="3200">
                <a:solidFill>
                  <a:schemeClr val="bg1"/>
                </a:solidFill>
              </a:defRPr>
            </a:lvl6pPr>
            <a:lvl7pPr marL="914400" fontAlgn="base">
              <a:spcBef>
                <a:spcPct val="0"/>
              </a:spcBef>
              <a:spcAft>
                <a:spcPct val="0"/>
              </a:spcAft>
              <a:defRPr sz="3200">
                <a:solidFill>
                  <a:schemeClr val="bg1"/>
                </a:solidFill>
              </a:defRPr>
            </a:lvl7pPr>
            <a:lvl8pPr marL="1371600" fontAlgn="base">
              <a:spcBef>
                <a:spcPct val="0"/>
              </a:spcBef>
              <a:spcAft>
                <a:spcPct val="0"/>
              </a:spcAft>
              <a:defRPr sz="3200">
                <a:solidFill>
                  <a:schemeClr val="bg1"/>
                </a:solidFill>
              </a:defRPr>
            </a:lvl8pPr>
            <a:lvl9pPr marL="1828800" fontAlgn="base">
              <a:spcBef>
                <a:spcPct val="0"/>
              </a:spcBef>
              <a:spcAft>
                <a:spcPct val="0"/>
              </a:spcAft>
              <a:defRPr sz="3200">
                <a:solidFill>
                  <a:schemeClr val="bg1"/>
                </a:solidFill>
              </a:defRPr>
            </a:lvl9pPr>
          </a:lstStyle>
          <a:p>
            <a:r>
              <a:rPr lang="zh-CN" altLang="en-US" sz="4000" dirty="0"/>
              <a:t>关于二氧化硫</a:t>
            </a:r>
            <a:endParaRPr lang="zh-CN" altLang="en-US" sz="4000" dirty="0"/>
          </a:p>
        </p:txBody>
      </p:sp>
      <p:sp>
        <p:nvSpPr>
          <p:cNvPr id="4" name="文本框 3"/>
          <p:cNvSpPr txBox="1"/>
          <p:nvPr/>
        </p:nvSpPr>
        <p:spPr>
          <a:xfrm>
            <a:off x="772795" y="1282700"/>
            <a:ext cx="5982970" cy="640080"/>
          </a:xfrm>
          <a:prstGeom prst="rect">
            <a:avLst/>
          </a:prstGeom>
          <a:noFill/>
        </p:spPr>
        <p:txBody>
          <a:bodyPr wrap="square" rtlCol="0">
            <a:spAutoFit/>
          </a:bodyPr>
          <a:p>
            <a:r>
              <a:rPr lang="zh-CN" altLang="en-US" b="1">
                <a:ln>
                  <a:noFill/>
                </a:ln>
                <a:solidFill>
                  <a:schemeClr val="tx2">
                    <a:lumMod val="65000"/>
                    <a:lumOff val="35000"/>
                  </a:schemeClr>
                </a:solidFill>
              </a:rPr>
              <a:t>二氧化硫（化学式SO2）是最常见、最简单的硫氧化物。大气主要污染物之一</a:t>
            </a:r>
            <a:endParaRPr lang="zh-CN" altLang="en-US" b="1">
              <a:ln>
                <a:noFill/>
              </a:ln>
              <a:solidFill>
                <a:schemeClr val="tx2">
                  <a:lumMod val="65000"/>
                  <a:lumOff val="35000"/>
                </a:schemeClr>
              </a:solidFill>
            </a:endParaRPr>
          </a:p>
        </p:txBody>
      </p:sp>
      <p:pic>
        <p:nvPicPr>
          <p:cNvPr id="5" name="图片 4" descr="166254f4e3be3f406c5c2f082c5cce12"/>
          <p:cNvPicPr>
            <a:picLocks noChangeAspect="1"/>
          </p:cNvPicPr>
          <p:nvPr/>
        </p:nvPicPr>
        <p:blipFill>
          <a:blip r:embed="rId6"/>
          <a:srcRect l="9230" t="-1383" r="2304" b="1329"/>
          <a:stretch>
            <a:fillRect/>
          </a:stretch>
        </p:blipFill>
        <p:spPr>
          <a:xfrm>
            <a:off x="480060" y="4175125"/>
            <a:ext cx="3755390" cy="2389505"/>
          </a:xfrm>
          <a:prstGeom prst="rect">
            <a:avLst/>
          </a:prstGeom>
        </p:spPr>
      </p:pic>
      <p:pic>
        <p:nvPicPr>
          <p:cNvPr id="6" name="图片 5" descr="005AUAiQzy6JX41wiMUf0&amp;690"/>
          <p:cNvPicPr>
            <a:picLocks noChangeAspect="1"/>
          </p:cNvPicPr>
          <p:nvPr/>
        </p:nvPicPr>
        <p:blipFill>
          <a:blip r:embed="rId7"/>
          <a:stretch>
            <a:fillRect/>
          </a:stretch>
        </p:blipFill>
        <p:spPr>
          <a:xfrm>
            <a:off x="5392420" y="1867535"/>
            <a:ext cx="3080385" cy="1808480"/>
          </a:xfrm>
          <a:prstGeom prst="rect">
            <a:avLst/>
          </a:prstGeom>
        </p:spPr>
      </p:pic>
    </p:spTree>
    <p:custDataLst>
      <p:tags r:id="rId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607"/>
                                        </p:tgtEl>
                                        <p:attrNameLst>
                                          <p:attrName>style.visibility</p:attrName>
                                        </p:attrNameLst>
                                      </p:cBhvr>
                                      <p:to>
                                        <p:strVal val="visible"/>
                                      </p:to>
                                    </p:set>
                                    <p:animEffect transition="in" filter="fade">
                                      <p:cBhvr>
                                        <p:cTn id="17" dur="500"/>
                                        <p:tgtEl>
                                          <p:spTgt spid="2560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608"/>
                                        </p:tgtEl>
                                        <p:attrNameLst>
                                          <p:attrName>style.visibility</p:attrName>
                                        </p:attrNameLst>
                                      </p:cBhvr>
                                      <p:to>
                                        <p:strVal val="visible"/>
                                      </p:to>
                                    </p:set>
                                    <p:animEffect transition="in" filter="fade">
                                      <p:cBhvr>
                                        <p:cTn id="20" dur="500"/>
                                        <p:tgtEl>
                                          <p:spTgt spid="25608"/>
                                        </p:tgtEl>
                                      </p:cBhvr>
                                    </p:animEffect>
                                  </p:childTnLst>
                                </p:cTn>
                              </p:par>
                            </p:childTnLst>
                          </p:cTn>
                        </p:par>
                        <p:par>
                          <p:cTn id="21" fill="hold">
                            <p:stCondLst>
                              <p:cond delay="500"/>
                            </p:stCondLst>
                            <p:childTnLst>
                              <p:par>
                                <p:cTn id="22" presetID="22" presetClass="entr" presetSubtype="2" fill="hold" grpId="0" nodeType="afterEffect">
                                  <p:stCondLst>
                                    <p:cond delay="0"/>
                                  </p:stCondLst>
                                  <p:childTnLst>
                                    <p:set>
                                      <p:cBhvr>
                                        <p:cTn id="23" dur="1" fill="hold">
                                          <p:stCondLst>
                                            <p:cond delay="0"/>
                                          </p:stCondLst>
                                        </p:cTn>
                                        <p:tgtEl>
                                          <p:spTgt spid="25609"/>
                                        </p:tgtEl>
                                        <p:attrNameLst>
                                          <p:attrName>style.visibility</p:attrName>
                                        </p:attrNameLst>
                                      </p:cBhvr>
                                      <p:to>
                                        <p:strVal val="visible"/>
                                      </p:to>
                                    </p:set>
                                    <p:animEffect transition="in" filter="wipe(right)">
                                      <p:cBhvr>
                                        <p:cTn id="24" dur="500"/>
                                        <p:tgtEl>
                                          <p:spTgt spid="25609"/>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25606"/>
                                        </p:tgtEl>
                                        <p:attrNameLst>
                                          <p:attrName>style.visibility</p:attrName>
                                        </p:attrNameLst>
                                      </p:cBhvr>
                                      <p:to>
                                        <p:strVal val="visible"/>
                                      </p:to>
                                    </p:set>
                                    <p:animEffect transition="in" filter="wipe(left)">
                                      <p:cBhvr>
                                        <p:cTn id="27" dur="500"/>
                                        <p:tgtEl>
                                          <p:spTgt spid="25606"/>
                                        </p:tgtEl>
                                      </p:cBhvr>
                                    </p:animEffect>
                                  </p:childTnLst>
                                </p:cTn>
                              </p:par>
                            </p:childTnLst>
                          </p:cTn>
                        </p:par>
                        <p:par>
                          <p:cTn id="28" fill="hold">
                            <p:stCondLst>
                              <p:cond delay="1000"/>
                            </p:stCondLst>
                            <p:childTnLst>
                              <p:par>
                                <p:cTn id="29" presetID="22" presetClass="entr" presetSubtype="4"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down)">
                                      <p:cBhvr>
                                        <p:cTn id="31" dur="500"/>
                                        <p:tgtEl>
                                          <p:spTgt spid="6"/>
                                        </p:tgtEl>
                                      </p:cBhvr>
                                    </p:animEffect>
                                  </p:childTnLst>
                                </p:cTn>
                              </p:par>
                              <p:par>
                                <p:cTn id="32" presetID="22" presetClass="entr" presetSubtype="1" fill="hold"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up)">
                                      <p:cBhvr>
                                        <p:cTn id="3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25609" grpId="0" animBg="1"/>
      <p:bldP spid="25606" grpId="0" animBg="1"/>
      <p:bldP spid="25607" grpId="0" animBg="1"/>
      <p:bldP spid="2560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zh-CN"/>
              <a:t>二氧化硫的化学性质</a:t>
            </a:r>
            <a:endParaRPr lang="zh-CN" altLang="zh-CN"/>
          </a:p>
        </p:txBody>
      </p:sp>
      <p:sp>
        <p:nvSpPr>
          <p:cNvPr id="3" name="内容占位符 2"/>
          <p:cNvSpPr>
            <a:spLocks noGrp="1"/>
          </p:cNvSpPr>
          <p:nvPr>
            <p:ph idx="1"/>
          </p:nvPr>
        </p:nvSpPr>
        <p:spPr>
          <a:xfrm>
            <a:off x="324485" y="1390015"/>
            <a:ext cx="8464550" cy="4718685"/>
          </a:xfrm>
        </p:spPr>
        <p:txBody>
          <a:bodyPr>
            <a:noAutofit/>
          </a:bodyPr>
          <a:p>
            <a:pPr marL="0" indent="0">
              <a:buNone/>
            </a:pPr>
            <a:r>
              <a:rPr lang="zh-CN" altLang="en-US" sz="2000"/>
              <a:t>1.氧化性</a:t>
            </a:r>
            <a:endParaRPr lang="zh-CN" altLang="en-US" sz="2000"/>
          </a:p>
          <a:p>
            <a:pPr marL="71755" algn="l" latinLnBrk="0">
              <a:spcBef>
                <a:spcPts val="200"/>
              </a:spcBef>
              <a:spcAft>
                <a:spcPts val="200"/>
              </a:spcAft>
              <a:buNone/>
            </a:pPr>
            <a:r>
              <a:rPr lang="zh-CN" altLang="en-US" sz="2000"/>
              <a:t> 在常温下，潮湿的二氧化硫与硫化氢反应析出硫。在高温及催化剂存在  的条件下，可被氢还原成为硫化氢，被一氧化碳还原成硫。</a:t>
            </a:r>
            <a:endParaRPr lang="zh-CN" altLang="en-US" sz="2000"/>
          </a:p>
          <a:p>
            <a:pPr marL="71755" algn="l">
              <a:spcBef>
                <a:spcPts val="200"/>
              </a:spcBef>
              <a:spcAft>
                <a:spcPts val="200"/>
              </a:spcAft>
              <a:buNone/>
            </a:pPr>
            <a:r>
              <a:rPr lang="zh-CN" altLang="en-US" sz="2000"/>
              <a:t> 化学方程式：</a:t>
            </a:r>
            <a:endParaRPr lang="zh-CN" altLang="en-US" sz="2000"/>
          </a:p>
          <a:p>
            <a:pPr marL="71755" algn="l">
              <a:spcBef>
                <a:spcPts val="200"/>
              </a:spcBef>
              <a:spcAft>
                <a:spcPts val="200"/>
              </a:spcAft>
              <a:buNone/>
            </a:pPr>
            <a:r>
              <a:rPr lang="zh-CN" altLang="en-US" sz="2000"/>
              <a:t>                    2H2S+SO2 == 3S↓+2H2O</a:t>
            </a:r>
            <a:endParaRPr lang="zh-CN" altLang="en-US" sz="2000"/>
          </a:p>
          <a:p>
            <a:pPr marL="71755" algn="l">
              <a:spcBef>
                <a:spcPts val="200"/>
              </a:spcBef>
              <a:spcAft>
                <a:spcPts val="200"/>
              </a:spcAft>
              <a:buNone/>
            </a:pPr>
            <a:r>
              <a:rPr lang="zh-CN" altLang="en-US" sz="2000"/>
              <a:t>                    2CO+SO2 == S+2CO2</a:t>
            </a:r>
            <a:endParaRPr lang="zh-CN" altLang="en-US" sz="2000"/>
          </a:p>
          <a:p>
            <a:pPr marL="71755" algn="l">
              <a:spcBef>
                <a:spcPts val="200"/>
              </a:spcBef>
              <a:spcAft>
                <a:spcPts val="200"/>
              </a:spcAft>
              <a:buNone/>
            </a:pPr>
            <a:r>
              <a:rPr lang="zh-CN" altLang="en-US" sz="2000"/>
              <a:t>2.还原性</a:t>
            </a:r>
            <a:endParaRPr lang="zh-CN" altLang="en-US" sz="2000"/>
          </a:p>
          <a:p>
            <a:pPr marL="71755" algn="l">
              <a:spcBef>
                <a:spcPts val="200"/>
              </a:spcBef>
              <a:spcAft>
                <a:spcPts val="200"/>
              </a:spcAft>
              <a:buNone/>
            </a:pPr>
            <a:r>
              <a:rPr lang="zh-CN" altLang="en-US" sz="2000"/>
              <a:t> 强氧化剂可将二氧化硫氧化成三氧化硫，仅在催化剂存在时，氧气才能使二氧化硫氧化为三氧化硫。能使酸性高锰酸钾溶液褪色。</a:t>
            </a:r>
            <a:endParaRPr lang="zh-CN" altLang="en-US" sz="2000"/>
          </a:p>
          <a:p>
            <a:pPr marL="71755" algn="l">
              <a:spcBef>
                <a:spcPts val="200"/>
              </a:spcBef>
              <a:spcAft>
                <a:spcPts val="200"/>
              </a:spcAft>
              <a:buNone/>
            </a:pPr>
            <a:r>
              <a:rPr lang="zh-CN" altLang="en-US" sz="2000"/>
              <a:t>化学方程式：</a:t>
            </a:r>
            <a:endParaRPr lang="zh-CN" altLang="en-US" sz="2000"/>
          </a:p>
          <a:p>
            <a:pPr marL="71755" algn="l">
              <a:spcBef>
                <a:spcPts val="200"/>
              </a:spcBef>
              <a:spcAft>
                <a:spcPts val="200"/>
              </a:spcAft>
              <a:buNone/>
            </a:pPr>
            <a:r>
              <a:rPr lang="zh-CN" altLang="en-US" sz="2000"/>
              <a:t>                   2SO2+O2=V2O5=2SO3</a:t>
            </a:r>
            <a:endParaRPr lang="zh-CN" altLang="en-US" sz="2000"/>
          </a:p>
          <a:p>
            <a:pPr marL="71755" algn="l">
              <a:spcBef>
                <a:spcPts val="200"/>
              </a:spcBef>
              <a:spcAft>
                <a:spcPts val="200"/>
              </a:spcAft>
              <a:buNone/>
            </a:pPr>
            <a:r>
              <a:rPr lang="zh-CN" altLang="en-US" sz="2000"/>
              <a:t>                   5SO2 + 2KMnO4 + 2H2O == K2SO4 + 2MnSO4 + 2H2SO4</a:t>
            </a:r>
            <a:endParaRPr lang="zh-CN" altLang="en-US" sz="2000"/>
          </a:p>
          <a:p>
            <a:pPr marL="71755" algn="l">
              <a:spcBef>
                <a:spcPts val="200"/>
              </a:spcBef>
              <a:spcAft>
                <a:spcPts val="200"/>
              </a:spcAft>
              <a:buNone/>
            </a:pPr>
            <a:endParaRPr lang="zh-CN" altLang="en-US" sz="2000"/>
          </a:p>
          <a:p>
            <a:pPr marL="71755" algn="l">
              <a:spcBef>
                <a:spcPts val="200"/>
              </a:spcBef>
              <a:spcAft>
                <a:spcPts val="200"/>
              </a:spcAft>
              <a:buNone/>
            </a:pPr>
            <a:r>
              <a:rPr lang="zh-CN" altLang="en-US" sz="2000"/>
              <a:t>3.具有自燃性，无助燃性。</a:t>
            </a:r>
            <a:endParaRPr lang="zh-CN" altLang="en-US" sz="2000"/>
          </a:p>
          <a:p>
            <a:pPr marL="0" indent="0">
              <a:buNone/>
            </a:pPr>
            <a:endParaRPr lang="zh-CN" alt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bg/>
                                          </p:spTgt>
                                        </p:tgtEl>
                                        <p:attrNameLst>
                                          <p:attrName>style.visibility</p:attrName>
                                        </p:attrNameLst>
                                      </p:cBhvr>
                                      <p:to>
                                        <p:strVal val="visible"/>
                                      </p:to>
                                    </p:set>
                                    <p:animEffect transition="in" filter="wipe(left)">
                                      <p:cBhvr>
                                        <p:cTn id="12" dur="500"/>
                                        <p:tgtEl>
                                          <p:spTgt spid="3">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wipe(left)">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wipe(left)">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wipe(left)">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wipe(left)">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wipe(left)">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wipe(left)">
                                      <p:cBhvr>
                                        <p:cTn id="42" dur="500"/>
                                        <p:tgtEl>
                                          <p:spTgt spid="3">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wipe(left)">
                                      <p:cBhvr>
                                        <p:cTn id="47" dur="500"/>
                                        <p:tgtEl>
                                          <p:spTgt spid="3">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wipe(left)">
                                      <p:cBhvr>
                                        <p:cTn id="52" dur="500"/>
                                        <p:tgtEl>
                                          <p:spTgt spid="3">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
                                            <p:txEl>
                                              <p:pRg st="8" end="8"/>
                                            </p:txEl>
                                          </p:spTgt>
                                        </p:tgtEl>
                                        <p:attrNameLst>
                                          <p:attrName>style.visibility</p:attrName>
                                        </p:attrNameLst>
                                      </p:cBhvr>
                                      <p:to>
                                        <p:strVal val="visible"/>
                                      </p:to>
                                    </p:set>
                                    <p:animEffect transition="in" filter="wipe(left)">
                                      <p:cBhvr>
                                        <p:cTn id="57" dur="500"/>
                                        <p:tgtEl>
                                          <p:spTgt spid="3">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3">
                                            <p:txEl>
                                              <p:pRg st="9" end="9"/>
                                            </p:txEl>
                                          </p:spTgt>
                                        </p:tgtEl>
                                        <p:attrNameLst>
                                          <p:attrName>style.visibility</p:attrName>
                                        </p:attrNameLst>
                                      </p:cBhvr>
                                      <p:to>
                                        <p:strVal val="visible"/>
                                      </p:to>
                                    </p:set>
                                    <p:animEffect transition="in" filter="wipe(left)">
                                      <p:cBhvr>
                                        <p:cTn id="62" dur="500"/>
                                        <p:tgtEl>
                                          <p:spTgt spid="3">
                                            <p:txEl>
                                              <p:pRg st="9"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3">
                                            <p:txEl>
                                              <p:pRg st="11" end="11"/>
                                            </p:txEl>
                                          </p:spTgt>
                                        </p:tgtEl>
                                        <p:attrNameLst>
                                          <p:attrName>style.visibility</p:attrName>
                                        </p:attrNameLst>
                                      </p:cBhvr>
                                      <p:to>
                                        <p:strVal val="visible"/>
                                      </p:to>
                                    </p:set>
                                    <p:animEffect transition="in" filter="wipe(left)">
                                      <p:cBhvr>
                                        <p:cTn id="6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build="p"/>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13690" y="1148080"/>
            <a:ext cx="8507095" cy="4718685"/>
          </a:xfrm>
        </p:spPr>
        <p:txBody>
          <a:bodyPr>
            <a:noAutofit/>
          </a:bodyPr>
          <a:p>
            <a:pPr marL="0" algn="l">
              <a:buNone/>
            </a:pPr>
            <a:r>
              <a:rPr lang="zh-CN" altLang="en-US" sz="2000">
                <a:sym typeface="+mn-ea"/>
              </a:rPr>
              <a:t>4.漂白性</a:t>
            </a:r>
            <a:endParaRPr lang="zh-CN" altLang="en-US" sz="2000">
              <a:sym typeface="+mn-ea"/>
            </a:endParaRPr>
          </a:p>
          <a:p>
            <a:pPr marL="71755" algn="l" latinLnBrk="0">
              <a:spcBef>
                <a:spcPts val="200"/>
              </a:spcBef>
              <a:spcAft>
                <a:spcPts val="200"/>
              </a:spcAft>
              <a:buNone/>
            </a:pPr>
            <a:r>
              <a:rPr lang="zh-CN" altLang="en-US" sz="2000">
                <a:sym typeface="+mn-ea"/>
              </a:rPr>
              <a:t> 二氧化硫可以使品红溶液褪色，加热后颜色还原，因为二氧化硫的漂白原理是二氧化硫与被漂白物反应生成无色的不稳定的化合物，加热时，该化合物分解，恢复原来颜色，所以二氧化硫的漂白又叫暂时性漂白。</a:t>
            </a:r>
            <a:endParaRPr lang="zh-CN" altLang="en-US" sz="2000">
              <a:sym typeface="+mn-ea"/>
            </a:endParaRPr>
          </a:p>
          <a:p>
            <a:pPr marL="71755" algn="l" latinLnBrk="0">
              <a:spcBef>
                <a:spcPts val="200"/>
              </a:spcBef>
              <a:spcAft>
                <a:spcPts val="200"/>
              </a:spcAft>
              <a:buNone/>
            </a:pPr>
            <a:endParaRPr lang="zh-CN" altLang="en-US" sz="2000">
              <a:sym typeface="+mn-ea"/>
            </a:endParaRPr>
          </a:p>
          <a:p>
            <a:pPr marL="71755" algn="l" latinLnBrk="0">
              <a:spcBef>
                <a:spcPts val="200"/>
              </a:spcBef>
              <a:spcAft>
                <a:spcPts val="200"/>
              </a:spcAft>
              <a:buNone/>
            </a:pPr>
            <a:r>
              <a:rPr lang="zh-CN" altLang="en-US" sz="2000">
                <a:sym typeface="+mn-ea"/>
              </a:rPr>
              <a:t>5.和水反应</a:t>
            </a:r>
            <a:endParaRPr lang="zh-CN" altLang="en-US" sz="2000">
              <a:sym typeface="+mn-ea"/>
            </a:endParaRPr>
          </a:p>
          <a:p>
            <a:pPr marL="71755" algn="l" latinLnBrk="0">
              <a:spcBef>
                <a:spcPts val="200"/>
              </a:spcBef>
              <a:spcAft>
                <a:spcPts val="200"/>
              </a:spcAft>
              <a:buNone/>
            </a:pPr>
            <a:r>
              <a:rPr lang="zh-CN" altLang="en-US" sz="2000">
                <a:sym typeface="+mn-ea"/>
              </a:rPr>
              <a:t>  二氧化硫可以和水反应生成亚硫酸，所以二氧化硫是亚硫酸的酸酐。</a:t>
            </a:r>
            <a:endParaRPr lang="zh-CN" altLang="en-US" sz="2000">
              <a:sym typeface="+mn-ea"/>
            </a:endParaRPr>
          </a:p>
          <a:p>
            <a:pPr marL="71755" algn="l">
              <a:spcBef>
                <a:spcPts val="200"/>
              </a:spcBef>
              <a:spcAft>
                <a:spcPts val="200"/>
              </a:spcAft>
              <a:buNone/>
            </a:pPr>
            <a:r>
              <a:rPr lang="zh-CN" altLang="en-US" sz="2000">
                <a:sym typeface="+mn-ea"/>
              </a:rPr>
              <a:t>  化学方程式：SO2+H2O == H2SO3</a:t>
            </a:r>
            <a:endParaRPr lang="zh-CN" altLang="en-US" sz="2000">
              <a:sym typeface="+mn-ea"/>
            </a:endParaRPr>
          </a:p>
          <a:p>
            <a:pPr marL="71755" algn="l">
              <a:spcBef>
                <a:spcPts val="200"/>
              </a:spcBef>
              <a:spcAft>
                <a:spcPts val="200"/>
              </a:spcAft>
              <a:buNone/>
            </a:pPr>
            <a:endParaRPr lang="zh-CN" altLang="en-US" sz="2000">
              <a:sym typeface="+mn-ea"/>
            </a:endParaRPr>
          </a:p>
          <a:p>
            <a:pPr marL="71755" algn="l">
              <a:spcBef>
                <a:spcPts val="200"/>
              </a:spcBef>
              <a:spcAft>
                <a:spcPts val="200"/>
              </a:spcAft>
              <a:buNone/>
            </a:pPr>
            <a:r>
              <a:rPr lang="zh-CN" altLang="en-US" sz="2000">
                <a:sym typeface="+mn-ea"/>
              </a:rPr>
              <a:t>6.和碱反应</a:t>
            </a:r>
            <a:endParaRPr lang="zh-CN" altLang="en-US" sz="2000">
              <a:sym typeface="+mn-ea"/>
            </a:endParaRPr>
          </a:p>
          <a:p>
            <a:pPr marL="71755" algn="l" latinLnBrk="0">
              <a:spcBef>
                <a:spcPts val="200"/>
              </a:spcBef>
              <a:spcAft>
                <a:spcPts val="200"/>
              </a:spcAft>
              <a:buNone/>
            </a:pPr>
            <a:r>
              <a:rPr lang="zh-CN" altLang="en-US" sz="2000">
                <a:sym typeface="+mn-ea"/>
              </a:rPr>
              <a:t> 二氧化硫是酸性氧化物，可以和碱反应生成亚硫酸盐和水。如与氢氧化钠反应生成亚硫酸钠和水。</a:t>
            </a:r>
            <a:endParaRPr lang="zh-CN" altLang="en-US" sz="2000">
              <a:sym typeface="+mn-ea"/>
            </a:endParaRPr>
          </a:p>
          <a:p>
            <a:pPr marL="0" algn="l">
              <a:buNone/>
            </a:pPr>
            <a:r>
              <a:rPr lang="zh-CN" altLang="en-US" sz="2000">
                <a:sym typeface="+mn-ea"/>
              </a:rPr>
              <a:t> 化学方程式：SO2+2NaOH == Na2SO3+H2O</a:t>
            </a:r>
            <a:endParaRPr lang="zh-CN" altLang="en-US" sz="2000">
              <a:sym typeface="+mn-ea"/>
            </a:endParaRPr>
          </a:p>
          <a:p>
            <a:pPr marL="0" algn="l">
              <a:buNone/>
            </a:pPr>
            <a:endParaRPr lang="zh-CN" altLang="en-US" sz="2000">
              <a:sym typeface="+mn-ea"/>
            </a:endParaRPr>
          </a:p>
          <a:p>
            <a:pPr marL="0" algn="l">
              <a:buNone/>
            </a:pPr>
            <a:r>
              <a:rPr lang="zh-CN" altLang="en-US" sz="2000">
                <a:sym typeface="+mn-ea"/>
              </a:rPr>
              <a:t> 此外二氧化硫还能够抑制霉菌和细菌的滋生，可以用作食物和干果的防腐剂。</a:t>
            </a:r>
            <a:endParaRPr lang="zh-CN" altLang="en-US" sz="2000">
              <a:sym typeface="+mn-ea"/>
            </a:endParaRPr>
          </a:p>
          <a:p>
            <a:pPr marL="0" algn="l">
              <a:buNone/>
            </a:pPr>
            <a:endParaRPr lang="zh-CN" altLang="en-US" sz="200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wipe(left)">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wipe(left)">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wipe(left)">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wipe(left)">
                                      <p:cBhvr>
                                        <p:cTn id="5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二氧化硫的物理性质</a:t>
            </a:r>
            <a:endParaRPr lang="zh-CN" altLang="en-US"/>
          </a:p>
        </p:txBody>
      </p:sp>
      <p:sp>
        <p:nvSpPr>
          <p:cNvPr id="3" name="内容占位符 2"/>
          <p:cNvSpPr>
            <a:spLocks noGrp="1"/>
          </p:cNvSpPr>
          <p:nvPr>
            <p:ph idx="1"/>
          </p:nvPr>
        </p:nvSpPr>
        <p:spPr/>
        <p:txBody>
          <a:bodyPr>
            <a:normAutofit/>
          </a:bodyPr>
          <a:p>
            <a:pPr marL="0" indent="0">
              <a:buNone/>
            </a:pPr>
            <a:r>
              <a:rPr lang="zh-CN" altLang="en-US"/>
              <a:t>无色透明气体，刺激性气味。熔点-75.5</a:t>
            </a:r>
            <a:r>
              <a:rPr lang="zh-CN" altLang="en-US">
                <a:sym typeface="+mn-ea"/>
              </a:rPr>
              <a:t>℃</a:t>
            </a:r>
            <a:r>
              <a:rPr lang="zh-CN" altLang="en-US"/>
              <a:t>，沸点-10</a:t>
            </a:r>
            <a:r>
              <a:rPr lang="zh-CN" altLang="en-US">
                <a:sym typeface="+mn-ea"/>
              </a:rPr>
              <a:t>℃</a:t>
            </a:r>
            <a:endParaRPr lang="zh-CN" altLang="en-US"/>
          </a:p>
          <a:p>
            <a:pPr marL="0" indent="0">
              <a:buNone/>
            </a:pPr>
            <a:r>
              <a:rPr lang="zh-CN" altLang="en-US"/>
              <a:t>有一定的水溶性，与水及水蒸气作用生成有毒及腐蚀性蒸气。</a:t>
            </a:r>
            <a:endParaRPr lang="zh-CN" altLang="en-US"/>
          </a:p>
          <a:p>
            <a:endParaRPr lang="zh-CN" altLang="en-US"/>
          </a:p>
          <a:p>
            <a:pPr marL="0" indent="0">
              <a:buNone/>
            </a:pPr>
            <a:r>
              <a:rPr lang="zh-CN" altLang="en-US"/>
              <a:t>液态二氧化硫比较稳定，不活泼。</a:t>
            </a:r>
            <a:endParaRPr lang="zh-CN" altLang="en-US"/>
          </a:p>
          <a:p>
            <a:pPr marL="0" indent="0">
              <a:buNone/>
            </a:pPr>
            <a:r>
              <a:rPr lang="zh-CN" altLang="en-US"/>
              <a:t>气态二氧化硫加热到2000℃不分解。不燃烧。</a:t>
            </a:r>
            <a:endParaRPr lang="zh-CN" altLang="en-US"/>
          </a:p>
          <a:p>
            <a:pPr marL="0" indent="0">
              <a:buNone/>
            </a:pPr>
            <a:r>
              <a:rPr lang="zh-CN" altLang="en-US"/>
              <a:t>部分无机化合物可以任何比例与液态二氧化硫混合。</a:t>
            </a:r>
            <a:endParaRPr lang="zh-CN" altLang="en-US"/>
          </a:p>
          <a:p>
            <a:endParaRPr lang="zh-CN" altLang="en-US"/>
          </a:p>
          <a:p>
            <a:pPr marL="0" indent="0">
              <a:buNone/>
            </a:pPr>
            <a:r>
              <a:rPr lang="zh-CN" altLang="en-US"/>
              <a:t>二氧化硫具有毒性。二氧化硫对呼吸道有刺激作用，可引起支气管痉挛，并可导致呼吸道阻力增加。刺激眼睛，对人的皮肤有刺激和烧灼感。 </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二氧化硫的实验室制取</a:t>
            </a:r>
            <a:endParaRPr lang="zh-CN" altLang="en-US"/>
          </a:p>
        </p:txBody>
      </p:sp>
      <p:sp>
        <p:nvSpPr>
          <p:cNvPr id="3" name="内容占位符 2"/>
          <p:cNvSpPr>
            <a:spLocks noGrp="1"/>
          </p:cNvSpPr>
          <p:nvPr>
            <p:ph idx="1"/>
          </p:nvPr>
        </p:nvSpPr>
        <p:spPr>
          <a:xfrm>
            <a:off x="671830" y="1719580"/>
            <a:ext cx="7886700" cy="3902075"/>
          </a:xfrm>
        </p:spPr>
        <p:txBody>
          <a:bodyPr/>
          <a:p>
            <a:pPr marL="0" indent="0">
              <a:buNone/>
            </a:pPr>
            <a:endParaRPr lang="zh-CN" altLang="en-US"/>
          </a:p>
          <a:p>
            <a:r>
              <a:rPr lang="zh-CN" altLang="en-US" sz="2200"/>
              <a:t>制取原理：稳定性强酸与不稳定性弱酸盐的复分解反应</a:t>
            </a:r>
            <a:endParaRPr lang="zh-CN" altLang="en-US" sz="2200"/>
          </a:p>
          <a:p>
            <a:r>
              <a:rPr lang="zh-CN" altLang="en-US" sz="2200"/>
              <a:t>制取方程式：</a:t>
            </a:r>
            <a:endParaRPr lang="zh-CN" altLang="en-US" sz="2200"/>
          </a:p>
          <a:p>
            <a:pPr marL="0" indent="0">
              <a:buNone/>
            </a:pPr>
            <a:r>
              <a:rPr lang="zh-CN" altLang="en-US" sz="2200"/>
              <a:t>    Na2SO3+H2SO4（浓）== Na2SO4+SO2↑+H2O </a:t>
            </a:r>
            <a:endParaRPr lang="zh-CN" altLang="en-US" sz="2200"/>
          </a:p>
          <a:p>
            <a:r>
              <a:rPr lang="zh-CN" altLang="en-US" sz="2200"/>
              <a:t>检验：先通入品红试液,褪色,后加热又恢复原红色</a:t>
            </a:r>
            <a:endParaRPr lang="zh-CN" altLang="en-US" sz="2200"/>
          </a:p>
          <a:p>
            <a:r>
              <a:rPr lang="zh-CN" altLang="en-US" sz="2200"/>
              <a:t>除杂质：通入浓H2SO4(除水蒸气)</a:t>
            </a:r>
            <a:endParaRPr lang="zh-CN" altLang="en-US" sz="2200"/>
          </a:p>
          <a:p>
            <a:r>
              <a:rPr lang="zh-CN" altLang="en-US" sz="2200"/>
              <a:t>收集：向上排气法</a:t>
            </a:r>
            <a:endParaRPr lang="zh-CN" altLang="en-US" sz="2200"/>
          </a:p>
          <a:p>
            <a:r>
              <a:rPr lang="zh-CN" altLang="en-US" sz="2200"/>
              <a:t>尾气回收</a:t>
            </a:r>
            <a:r>
              <a:rPr lang="en-US" altLang="zh-CN" sz="2200"/>
              <a:t>(NaOH</a:t>
            </a:r>
            <a:r>
              <a:rPr lang="zh-CN" altLang="en-US" sz="2200"/>
              <a:t>溶液</a:t>
            </a:r>
            <a:r>
              <a:rPr lang="en-US" altLang="zh-CN" sz="2200"/>
              <a:t>)</a:t>
            </a:r>
            <a:r>
              <a:rPr lang="zh-CN" altLang="en-US" sz="2200"/>
              <a:t>：SO2+2NaOH == Na2SO3+H2O</a:t>
            </a:r>
            <a:endParaRPr lang="zh-CN" altLang="en-US"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bg/>
                                          </p:spTgt>
                                        </p:tgtEl>
                                        <p:attrNameLst>
                                          <p:attrName>style.visibility</p:attrName>
                                        </p:attrNameLst>
                                      </p:cBhvr>
                                      <p:to>
                                        <p:strVal val="visible"/>
                                      </p:to>
                                    </p:set>
                                    <p:animEffect transition="in" filter="fade">
                                      <p:cBhvr>
                                        <p:cTn id="11" dur="500"/>
                                        <p:tgtEl>
                                          <p:spTgt spid="3">
                                            <p:bg/>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实验过程图片讲解</a:t>
            </a:r>
            <a:endParaRPr lang="zh-CN" altLang="en-US"/>
          </a:p>
        </p:txBody>
      </p:sp>
      <p:sp>
        <p:nvSpPr>
          <p:cNvPr id="19" name="矩形 18"/>
          <p:cNvSpPr/>
          <p:nvPr/>
        </p:nvSpPr>
        <p:spPr>
          <a:xfrm>
            <a:off x="391478" y="1318895"/>
            <a:ext cx="7488237" cy="518160"/>
          </a:xfrm>
          <a:prstGeom prst="rect">
            <a:avLst/>
          </a:prstGeom>
          <a:noFill/>
          <a:ln w="9525">
            <a:noFill/>
            <a:miter/>
          </a:ln>
        </p:spPr>
        <p:txBody>
          <a:bodyPr>
            <a:spAutoFit/>
          </a:bodyPr>
          <a:p>
            <a:pPr lvl="0" eaLnBrk="1" hangingPunct="1"/>
            <a:r>
              <a:rPr lang="en-US" altLang="zh-CN" sz="2800" b="1" dirty="0">
                <a:latin typeface="Times New Roman" pitchFamily="18" charset="0"/>
                <a:ea typeface="楷体_GB2312" pitchFamily="49" charset="-122"/>
              </a:rPr>
              <a:t>H</a:t>
            </a:r>
            <a:r>
              <a:rPr lang="en-US" altLang="zh-CN" sz="2800" b="1" baseline="-25000" dirty="0">
                <a:latin typeface="Times New Roman" pitchFamily="18" charset="0"/>
                <a:ea typeface="楷体_GB2312" pitchFamily="49" charset="-122"/>
              </a:rPr>
              <a:t>2</a:t>
            </a:r>
            <a:r>
              <a:rPr lang="en-US" altLang="zh-CN" sz="2800" b="1" dirty="0">
                <a:latin typeface="Times New Roman" pitchFamily="18" charset="0"/>
                <a:ea typeface="楷体_GB2312" pitchFamily="49" charset="-122"/>
              </a:rPr>
              <a:t>SO</a:t>
            </a:r>
            <a:r>
              <a:rPr lang="en-US" altLang="zh-CN" sz="2800" b="1" baseline="-25000" dirty="0">
                <a:latin typeface="Times New Roman" pitchFamily="18" charset="0"/>
                <a:ea typeface="楷体_GB2312" pitchFamily="49" charset="-122"/>
              </a:rPr>
              <a:t>4</a:t>
            </a:r>
            <a:r>
              <a:rPr lang="en-US" altLang="zh-CN" sz="2800" b="1" dirty="0">
                <a:latin typeface="Times New Roman" pitchFamily="18" charset="0"/>
                <a:ea typeface="楷体_GB2312" pitchFamily="49" charset="-122"/>
              </a:rPr>
              <a:t>(</a:t>
            </a:r>
            <a:r>
              <a:rPr lang="zh-CN" altLang="zh-CN" sz="2800" b="1" dirty="0">
                <a:latin typeface="Times New Roman" pitchFamily="18" charset="0"/>
                <a:ea typeface="楷体_GB2312" pitchFamily="49" charset="-122"/>
              </a:rPr>
              <a:t>浓</a:t>
            </a:r>
            <a:r>
              <a:rPr lang="en-US" altLang="zh-CN" sz="2800" b="1" dirty="0">
                <a:latin typeface="Times New Roman" pitchFamily="18" charset="0"/>
                <a:ea typeface="楷体_GB2312" pitchFamily="49" charset="-122"/>
              </a:rPr>
              <a:t>)+Na</a:t>
            </a:r>
            <a:r>
              <a:rPr lang="en-US" altLang="zh-CN" sz="2800" b="1" baseline="-25000" dirty="0">
                <a:latin typeface="Times New Roman" pitchFamily="18" charset="0"/>
                <a:ea typeface="楷体_GB2312" pitchFamily="49" charset="-122"/>
              </a:rPr>
              <a:t>2</a:t>
            </a:r>
            <a:r>
              <a:rPr lang="en-US" altLang="zh-CN" sz="2800" b="1" dirty="0">
                <a:latin typeface="Times New Roman" pitchFamily="18" charset="0"/>
                <a:ea typeface="楷体_GB2312" pitchFamily="49" charset="-122"/>
              </a:rPr>
              <a:t>SO</a:t>
            </a:r>
            <a:r>
              <a:rPr lang="en-US" altLang="zh-CN" sz="2800" b="1" baseline="-25000" dirty="0">
                <a:latin typeface="Times New Roman" pitchFamily="18" charset="0"/>
                <a:ea typeface="楷体_GB2312" pitchFamily="49" charset="-122"/>
              </a:rPr>
              <a:t>3</a:t>
            </a:r>
            <a:r>
              <a:rPr lang="en-US" altLang="zh-CN" sz="2800" b="1" dirty="0">
                <a:latin typeface="Times New Roman" pitchFamily="18" charset="0"/>
                <a:ea typeface="楷体_GB2312" pitchFamily="49" charset="-122"/>
              </a:rPr>
              <a:t>=Na</a:t>
            </a:r>
            <a:r>
              <a:rPr lang="en-US" altLang="zh-CN" sz="2800" b="1" baseline="-25000" dirty="0">
                <a:latin typeface="Times New Roman" pitchFamily="18" charset="0"/>
                <a:ea typeface="楷体_GB2312" pitchFamily="49" charset="-122"/>
              </a:rPr>
              <a:t>2</a:t>
            </a:r>
            <a:r>
              <a:rPr lang="en-US" altLang="zh-CN" sz="2800" b="1" dirty="0">
                <a:latin typeface="Times New Roman" pitchFamily="18" charset="0"/>
                <a:ea typeface="楷体_GB2312" pitchFamily="49" charset="-122"/>
              </a:rPr>
              <a:t>SO</a:t>
            </a:r>
            <a:r>
              <a:rPr lang="en-US" altLang="zh-CN" sz="2800" b="1" baseline="-25000" dirty="0">
                <a:latin typeface="Times New Roman" pitchFamily="18" charset="0"/>
                <a:ea typeface="楷体_GB2312" pitchFamily="49" charset="-122"/>
              </a:rPr>
              <a:t>4</a:t>
            </a:r>
            <a:r>
              <a:rPr lang="en-US" altLang="zh-CN" sz="2800" b="1" dirty="0">
                <a:latin typeface="Times New Roman" pitchFamily="18" charset="0"/>
                <a:ea typeface="楷体_GB2312" pitchFamily="49" charset="-122"/>
              </a:rPr>
              <a:t>+H</a:t>
            </a:r>
            <a:r>
              <a:rPr lang="en-US" altLang="zh-CN" sz="2800" b="1" baseline="-25000" dirty="0">
                <a:latin typeface="Times New Roman" pitchFamily="18" charset="0"/>
                <a:ea typeface="楷体_GB2312" pitchFamily="49" charset="-122"/>
              </a:rPr>
              <a:t>2</a:t>
            </a:r>
            <a:r>
              <a:rPr lang="en-US" altLang="zh-CN" sz="2800" b="1" dirty="0">
                <a:latin typeface="Times New Roman" pitchFamily="18" charset="0"/>
                <a:ea typeface="楷体_GB2312" pitchFamily="49" charset="-122"/>
              </a:rPr>
              <a:t>O+SO</a:t>
            </a:r>
            <a:r>
              <a:rPr lang="en-US" altLang="zh-CN" sz="2800" b="1" baseline="-25000" dirty="0">
                <a:latin typeface="Times New Roman" pitchFamily="18" charset="0"/>
                <a:ea typeface="楷体_GB2312" pitchFamily="49" charset="-122"/>
              </a:rPr>
              <a:t>2</a:t>
            </a:r>
            <a:r>
              <a:rPr lang="zh-CN" altLang="zh-CN" sz="2800" b="1" dirty="0">
                <a:latin typeface="Times New Roman" pitchFamily="18" charset="0"/>
                <a:ea typeface="楷体_GB2312" pitchFamily="49" charset="-122"/>
              </a:rPr>
              <a:t>↑</a:t>
            </a:r>
            <a:endParaRPr lang="zh-CN" altLang="en-US" sz="2800" b="1" dirty="0">
              <a:latin typeface="Times New Roman" pitchFamily="18" charset="0"/>
              <a:ea typeface="楷体_GB2312" pitchFamily="49" charset="-122"/>
            </a:endParaRPr>
          </a:p>
        </p:txBody>
      </p:sp>
      <p:sp>
        <p:nvSpPr>
          <p:cNvPr id="5" name="文本框 4"/>
          <p:cNvSpPr txBox="1"/>
          <p:nvPr/>
        </p:nvSpPr>
        <p:spPr>
          <a:xfrm>
            <a:off x="358775" y="1964055"/>
            <a:ext cx="2047875" cy="457200"/>
          </a:xfrm>
          <a:prstGeom prst="rect">
            <a:avLst/>
          </a:prstGeom>
          <a:noFill/>
        </p:spPr>
        <p:txBody>
          <a:bodyPr wrap="square" rtlCol="0">
            <a:spAutoFit/>
          </a:bodyPr>
          <a:p>
            <a:r>
              <a:rPr lang="zh-CN" altLang="en-US" sz="2400"/>
              <a:t>（第一次试验）</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9" grpId="1"/>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64490" y="1973580"/>
            <a:ext cx="2572385" cy="518160"/>
          </a:xfrm>
        </p:spPr>
        <p:txBody>
          <a:bodyPr/>
          <a:p>
            <a:pPr marL="0" indent="0">
              <a:buNone/>
            </a:pPr>
            <a:r>
              <a:rPr lang="zh-CN" altLang="en-US"/>
              <a:t>（第二次试验）</a:t>
            </a:r>
            <a:endParaRPr lang="zh-CN" altLang="en-US"/>
          </a:p>
        </p:txBody>
      </p:sp>
      <p:sp>
        <p:nvSpPr>
          <p:cNvPr id="19" name="矩形 18"/>
          <p:cNvSpPr/>
          <p:nvPr/>
        </p:nvSpPr>
        <p:spPr>
          <a:xfrm>
            <a:off x="412433" y="1329055"/>
            <a:ext cx="7488237" cy="518160"/>
          </a:xfrm>
          <a:prstGeom prst="rect">
            <a:avLst/>
          </a:prstGeom>
          <a:noFill/>
          <a:ln w="9525">
            <a:noFill/>
            <a:miter/>
          </a:ln>
        </p:spPr>
        <p:txBody>
          <a:bodyPr>
            <a:spAutoFit/>
          </a:bodyPr>
          <a:p>
            <a:pPr lvl="0" eaLnBrk="1" hangingPunct="1"/>
            <a:r>
              <a:rPr lang="en-US" altLang="zh-CN" sz="2800" b="1" dirty="0">
                <a:latin typeface="Times New Roman" pitchFamily="18" charset="0"/>
                <a:ea typeface="楷体_GB2312" pitchFamily="49" charset="-122"/>
              </a:rPr>
              <a:t>H</a:t>
            </a:r>
            <a:r>
              <a:rPr lang="en-US" altLang="zh-CN" sz="2800" b="1" baseline="-25000" dirty="0">
                <a:latin typeface="Times New Roman" pitchFamily="18" charset="0"/>
                <a:ea typeface="楷体_GB2312" pitchFamily="49" charset="-122"/>
              </a:rPr>
              <a:t>2</a:t>
            </a:r>
            <a:r>
              <a:rPr lang="en-US" altLang="zh-CN" sz="2800" b="1" dirty="0">
                <a:latin typeface="Times New Roman" pitchFamily="18" charset="0"/>
                <a:ea typeface="楷体_GB2312" pitchFamily="49" charset="-122"/>
              </a:rPr>
              <a:t>SO</a:t>
            </a:r>
            <a:r>
              <a:rPr lang="en-US" altLang="zh-CN" sz="2800" b="1" baseline="-25000" dirty="0">
                <a:latin typeface="Times New Roman" pitchFamily="18" charset="0"/>
                <a:ea typeface="楷体_GB2312" pitchFamily="49" charset="-122"/>
              </a:rPr>
              <a:t>4</a:t>
            </a:r>
            <a:r>
              <a:rPr lang="en-US" altLang="zh-CN" sz="2800" b="1" dirty="0">
                <a:latin typeface="Times New Roman" pitchFamily="18" charset="0"/>
                <a:ea typeface="楷体_GB2312" pitchFamily="49" charset="-122"/>
              </a:rPr>
              <a:t>(</a:t>
            </a:r>
            <a:r>
              <a:rPr lang="zh-CN" altLang="zh-CN" sz="2800" b="1" dirty="0">
                <a:latin typeface="Times New Roman" pitchFamily="18" charset="0"/>
                <a:ea typeface="楷体_GB2312" pitchFamily="49" charset="-122"/>
              </a:rPr>
              <a:t>浓</a:t>
            </a:r>
            <a:r>
              <a:rPr lang="en-US" altLang="zh-CN" sz="2800" b="1" dirty="0">
                <a:latin typeface="Times New Roman" pitchFamily="18" charset="0"/>
                <a:ea typeface="楷体_GB2312" pitchFamily="49" charset="-122"/>
              </a:rPr>
              <a:t>)+Na</a:t>
            </a:r>
            <a:r>
              <a:rPr lang="en-US" altLang="zh-CN" sz="2800" b="1" baseline="-25000" dirty="0">
                <a:latin typeface="Times New Roman" pitchFamily="18" charset="0"/>
                <a:ea typeface="楷体_GB2312" pitchFamily="49" charset="-122"/>
              </a:rPr>
              <a:t>2</a:t>
            </a:r>
            <a:r>
              <a:rPr lang="en-US" altLang="zh-CN" sz="2800" b="1" dirty="0">
                <a:latin typeface="Times New Roman" pitchFamily="18" charset="0"/>
                <a:ea typeface="楷体_GB2312" pitchFamily="49" charset="-122"/>
              </a:rPr>
              <a:t>SO</a:t>
            </a:r>
            <a:r>
              <a:rPr lang="en-US" altLang="zh-CN" sz="2800" b="1" baseline="-25000" dirty="0">
                <a:latin typeface="Times New Roman" pitchFamily="18" charset="0"/>
                <a:ea typeface="楷体_GB2312" pitchFamily="49" charset="-122"/>
              </a:rPr>
              <a:t>3</a:t>
            </a:r>
            <a:r>
              <a:rPr lang="en-US" altLang="zh-CN" sz="2800" b="1" dirty="0">
                <a:latin typeface="Times New Roman" pitchFamily="18" charset="0"/>
                <a:ea typeface="楷体_GB2312" pitchFamily="49" charset="-122"/>
              </a:rPr>
              <a:t>=Na</a:t>
            </a:r>
            <a:r>
              <a:rPr lang="en-US" altLang="zh-CN" sz="2800" b="1" baseline="-25000" dirty="0">
                <a:latin typeface="Times New Roman" pitchFamily="18" charset="0"/>
                <a:ea typeface="楷体_GB2312" pitchFamily="49" charset="-122"/>
              </a:rPr>
              <a:t>2</a:t>
            </a:r>
            <a:r>
              <a:rPr lang="en-US" altLang="zh-CN" sz="2800" b="1" dirty="0">
                <a:latin typeface="Times New Roman" pitchFamily="18" charset="0"/>
                <a:ea typeface="楷体_GB2312" pitchFamily="49" charset="-122"/>
              </a:rPr>
              <a:t>SO</a:t>
            </a:r>
            <a:r>
              <a:rPr lang="en-US" altLang="zh-CN" sz="2800" b="1" baseline="-25000" dirty="0">
                <a:latin typeface="Times New Roman" pitchFamily="18" charset="0"/>
                <a:ea typeface="楷体_GB2312" pitchFamily="49" charset="-122"/>
              </a:rPr>
              <a:t>4</a:t>
            </a:r>
            <a:r>
              <a:rPr lang="en-US" altLang="zh-CN" sz="2800" b="1" dirty="0">
                <a:latin typeface="Times New Roman" pitchFamily="18" charset="0"/>
                <a:ea typeface="楷体_GB2312" pitchFamily="49" charset="-122"/>
              </a:rPr>
              <a:t>+H</a:t>
            </a:r>
            <a:r>
              <a:rPr lang="en-US" altLang="zh-CN" sz="2800" b="1" baseline="-25000" dirty="0">
                <a:latin typeface="Times New Roman" pitchFamily="18" charset="0"/>
                <a:ea typeface="楷体_GB2312" pitchFamily="49" charset="-122"/>
              </a:rPr>
              <a:t>2</a:t>
            </a:r>
            <a:r>
              <a:rPr lang="en-US" altLang="zh-CN" sz="2800" b="1" dirty="0">
                <a:latin typeface="Times New Roman" pitchFamily="18" charset="0"/>
                <a:ea typeface="楷体_GB2312" pitchFamily="49" charset="-122"/>
              </a:rPr>
              <a:t>O+SO</a:t>
            </a:r>
            <a:r>
              <a:rPr lang="en-US" altLang="zh-CN" sz="2800" b="1" baseline="-25000" dirty="0">
                <a:latin typeface="Times New Roman" pitchFamily="18" charset="0"/>
                <a:ea typeface="楷体_GB2312" pitchFamily="49" charset="-122"/>
              </a:rPr>
              <a:t>2</a:t>
            </a:r>
            <a:r>
              <a:rPr lang="zh-CN" altLang="zh-CN" sz="2800" b="1" dirty="0">
                <a:latin typeface="Times New Roman" pitchFamily="18" charset="0"/>
                <a:ea typeface="楷体_GB2312" pitchFamily="49" charset="-122"/>
              </a:rPr>
              <a:t>↑</a:t>
            </a:r>
            <a:endParaRPr lang="zh-CN" altLang="en-US" sz="2800" b="1" dirty="0">
              <a:latin typeface="Times New Roman"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bg/>
                                          </p:spTgt>
                                        </p:tgtEl>
                                        <p:attrNameLst>
                                          <p:attrName>style.visibility</p:attrName>
                                        </p:attrNameLst>
                                      </p:cBhvr>
                                      <p:to>
                                        <p:strVal val="visible"/>
                                      </p:to>
                                    </p:set>
                                    <p:animEffect transition="in" filter="fade">
                                      <p:cBhvr>
                                        <p:cTn id="11" dur="500"/>
                                        <p:tgtEl>
                                          <p:spTgt spid="3">
                                            <p:bg/>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1"/>
      <p:bldP spid="3" grpId="0" animBg="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实验过程视频</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二氧化硫的工业制法</a:t>
            </a:r>
            <a:endParaRPr lang="zh-CN" altLang="en-US"/>
          </a:p>
        </p:txBody>
      </p:sp>
      <p:sp>
        <p:nvSpPr>
          <p:cNvPr id="3" name="内容占位符 2"/>
          <p:cNvSpPr>
            <a:spLocks noGrp="1"/>
          </p:cNvSpPr>
          <p:nvPr>
            <p:ph idx="1"/>
          </p:nvPr>
        </p:nvSpPr>
        <p:spPr>
          <a:xfrm>
            <a:off x="163195" y="1230630"/>
            <a:ext cx="8862060" cy="5036820"/>
          </a:xfrm>
        </p:spPr>
        <p:txBody>
          <a:bodyPr>
            <a:noAutofit/>
          </a:bodyPr>
          <a:p>
            <a:pPr marL="0" indent="0">
              <a:buNone/>
            </a:pPr>
            <a:r>
              <a:rPr lang="zh-CN" altLang="en-US" sz="1600"/>
              <a:t>①.用硫黄与纯氧在焚硫炉内燃烧，生成高浓度的SO2气体，经干燥、压缩和冷凝成液体SO2。</a:t>
            </a:r>
            <a:endParaRPr lang="zh-CN" altLang="en-US" sz="1600"/>
          </a:p>
          <a:p>
            <a:pPr marL="0" indent="0">
              <a:buNone/>
            </a:pPr>
            <a:r>
              <a:rPr lang="zh-CN" altLang="en-US" sz="1600"/>
              <a:t>精制方法：液态二氧化硫中的杂质含有微量SO3、水、不挥发物质及空气成分（O2、N2、CO2等）。精制时可将液态二氧化硫气化，通入浓硫酸中以除去SO3，通入装有五氧化二磷的玻璃管或在盛有五氧化二磷的容器中进行蒸馏以除去水分。</a:t>
            </a:r>
            <a:endParaRPr lang="zh-CN" altLang="en-US" sz="1600"/>
          </a:p>
          <a:p>
            <a:pPr marL="0" indent="0">
              <a:buNone/>
            </a:pPr>
            <a:endParaRPr lang="zh-CN" altLang="en-US" sz="1600"/>
          </a:p>
          <a:p>
            <a:pPr marL="0" indent="0">
              <a:buNone/>
            </a:pPr>
            <a:r>
              <a:rPr lang="zh-CN" altLang="en-US" sz="1600"/>
              <a:t>②.</a:t>
            </a:r>
            <a:r>
              <a:rPr lang="zh-CN" altLang="en-US" sz="1600" b="1"/>
              <a:t>氨酸法</a:t>
            </a:r>
            <a:r>
              <a:rPr lang="zh-CN" altLang="en-US" sz="1600"/>
              <a:t>　用硫酸分解硫酸厂尾气吸收工序所得的亚硫酸铵亚硫酸氢铵母液，产生的约100%二氧化硫气体，经压缩法和冷冻法，可制得二氧化硫。</a:t>
            </a:r>
            <a:endParaRPr lang="zh-CN" altLang="en-US" sz="1600"/>
          </a:p>
          <a:p>
            <a:pPr marL="0" indent="0">
              <a:buNone/>
            </a:pPr>
            <a:endParaRPr lang="zh-CN" altLang="en-US" sz="1600"/>
          </a:p>
          <a:p>
            <a:pPr marL="0" indent="0">
              <a:buNone/>
            </a:pPr>
            <a:r>
              <a:rPr lang="zh-CN" altLang="en-US" sz="1600"/>
              <a:t>③.</a:t>
            </a:r>
            <a:r>
              <a:rPr lang="zh-CN" altLang="en-US" sz="1600" b="1"/>
              <a:t>压缩法</a:t>
            </a:r>
            <a:r>
              <a:rPr lang="zh-CN" altLang="en-US" sz="1600"/>
              <a:t> 用硫酸分解亚硫酸铵亚硫酸氢铵母液，分解产生的二氧化硫气体，经冷凝、干燥、过滤，再经压缩液化，制得液体二氧化硫成品。</a:t>
            </a:r>
            <a:endParaRPr lang="zh-CN" altLang="en-US" sz="1600"/>
          </a:p>
          <a:p>
            <a:pPr marL="0" indent="0">
              <a:buNone/>
            </a:pPr>
            <a:endParaRPr lang="zh-CN" altLang="en-US" sz="1600"/>
          </a:p>
          <a:p>
            <a:pPr marL="0" indent="0">
              <a:buNone/>
            </a:pPr>
            <a:r>
              <a:rPr lang="zh-CN" altLang="en-US" sz="1600"/>
              <a:t>④.</a:t>
            </a:r>
            <a:r>
              <a:rPr lang="zh-CN" altLang="en-US" sz="1600" b="1"/>
              <a:t>冷冻法</a:t>
            </a:r>
            <a:r>
              <a:rPr lang="zh-CN" altLang="en-US" sz="1600"/>
              <a:t> 用硫酸分解亚硫酸铵亚硫酸氢铵母液，分解产生的二氧化硫气体经干燥后送至低温冷凝器，在常压下进行冷凝，用氨冷冻维持温度在液化点－10℃以下。制得液体二氧化硫成品。</a:t>
            </a:r>
            <a:endParaRPr lang="zh-CN" altLang="en-US" sz="1600"/>
          </a:p>
          <a:p>
            <a:pPr marL="0" indent="0">
              <a:buNone/>
            </a:pPr>
            <a:endParaRPr lang="zh-CN" altLang="en-US" sz="1600"/>
          </a:p>
          <a:p>
            <a:pPr marL="0" indent="0">
              <a:buNone/>
            </a:pPr>
            <a:r>
              <a:rPr lang="zh-CN" altLang="en-US" sz="1600"/>
              <a:t>⑤.</a:t>
            </a:r>
            <a:r>
              <a:rPr lang="zh-CN" altLang="en-US" sz="1600" b="1"/>
              <a:t>纯氧燃烧法</a:t>
            </a:r>
            <a:r>
              <a:rPr lang="zh-CN" altLang="en-US" sz="1600"/>
              <a:t>　将硫磺与纯氧在焚硫炉内燃烧，生成的高浓度二氧化硫气体，经净化、干燥、压缩液化、冷凝，制得二氧化硫成品。</a:t>
            </a:r>
            <a:endParaRPr lang="zh-CN" altLang="en-US" sz="1600"/>
          </a:p>
          <a:p>
            <a:pPr marL="0" indent="0">
              <a:buNone/>
            </a:pPr>
            <a:endParaRPr lang="zh-CN" altLang="en-US" sz="1600"/>
          </a:p>
          <a:p>
            <a:pPr marL="0" indent="0">
              <a:buNone/>
            </a:pPr>
            <a:r>
              <a:rPr lang="zh-CN" altLang="en-US" sz="1600"/>
              <a:t>⑥.</a:t>
            </a:r>
            <a:r>
              <a:rPr lang="zh-CN" altLang="en-US" sz="1600" b="1"/>
              <a:t>柠檬酸钠法</a:t>
            </a:r>
            <a:r>
              <a:rPr lang="zh-CN" altLang="en-US" sz="1600"/>
              <a:t>　经过净化的二氧化硫气体用柠檬酸钠溶液吸收，再用低压蒸汽脱出二氧化硫，经冷却、分离冷凝水，用浓硫酸进行干燥，然后经压缩液化、冷凝，制得液体二氧化硫成品。</a:t>
            </a:r>
            <a:endParaRPr lang="zh-CN" altLang="en-US"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bg/>
                                          </p:spTgt>
                                        </p:tgtEl>
                                        <p:attrNameLst>
                                          <p:attrName>style.visibility</p:attrName>
                                        </p:attrNameLst>
                                      </p:cBhvr>
                                      <p:to>
                                        <p:strVal val="visible"/>
                                      </p:to>
                                    </p:set>
                                    <p:animEffect transition="in" filter="wipe(left)">
                                      <p:cBhvr>
                                        <p:cTn id="12" dur="500"/>
                                        <p:tgtEl>
                                          <p:spTgt spid="3">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wipe(left)">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wipe(left)">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left)">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wipe(left)">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wipe(left)">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Effect transition="in" filter="wipe(left)">
                                      <p:cBhvr>
                                        <p:cTn id="4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二氧化硫贮存注意事项</a:t>
            </a:r>
            <a:endParaRPr lang="zh-CN" altLang="en-US"/>
          </a:p>
        </p:txBody>
      </p:sp>
      <p:sp>
        <p:nvSpPr>
          <p:cNvPr id="3" name="内容占位符 2"/>
          <p:cNvSpPr>
            <a:spLocks noGrp="1"/>
          </p:cNvSpPr>
          <p:nvPr>
            <p:ph idx="1"/>
          </p:nvPr>
        </p:nvSpPr>
        <p:spPr>
          <a:xfrm>
            <a:off x="638810" y="1517015"/>
            <a:ext cx="7589520" cy="3603625"/>
          </a:xfrm>
        </p:spPr>
        <p:txBody>
          <a:bodyPr>
            <a:normAutofit lnSpcReduction="10000"/>
          </a:bodyPr>
          <a:p>
            <a:pPr marL="0" indent="0">
              <a:buNone/>
            </a:pPr>
            <a:r>
              <a:rPr lang="zh-CN" altLang="en-US"/>
              <a:t>二氧化硫应储存于阴凉、通风的有毒气体专用库房。</a:t>
            </a:r>
            <a:endParaRPr lang="zh-CN" altLang="en-US"/>
          </a:p>
          <a:p>
            <a:pPr marL="0" indent="0">
              <a:buNone/>
            </a:pPr>
            <a:endParaRPr lang="zh-CN" altLang="en-US" sz="2800"/>
          </a:p>
          <a:p>
            <a:pPr marL="0" indent="0">
              <a:buNone/>
            </a:pPr>
            <a:r>
              <a:rPr lang="zh-CN" altLang="en-US"/>
              <a:t>库温不宜超过30℃。</a:t>
            </a:r>
            <a:endParaRPr lang="zh-CN" altLang="en-US"/>
          </a:p>
          <a:p>
            <a:pPr marL="0" indent="0">
              <a:buNone/>
            </a:pPr>
            <a:endParaRPr lang="zh-CN" altLang="en-US" sz="2800"/>
          </a:p>
          <a:p>
            <a:pPr marL="0" indent="0">
              <a:buNone/>
            </a:pPr>
            <a:r>
              <a:rPr lang="zh-CN" altLang="en-US"/>
              <a:t>应</a:t>
            </a:r>
            <a:r>
              <a:rPr lang="zh-CN" altLang="en-US">
                <a:sym typeface="+mn-ea"/>
              </a:rPr>
              <a:t>远离火种、热源，</a:t>
            </a:r>
            <a:r>
              <a:rPr lang="zh-CN" altLang="en-US"/>
              <a:t>与易（可）燃物、氧化剂、还原剂、食用化学品分开存放，切忌混储。</a:t>
            </a:r>
            <a:endParaRPr lang="zh-CN" altLang="en-US"/>
          </a:p>
          <a:p>
            <a:pPr marL="0" indent="0">
              <a:buNone/>
            </a:pPr>
            <a:endParaRPr lang="zh-CN" altLang="en-US" sz="2800"/>
          </a:p>
          <a:p>
            <a:pPr marL="0" indent="0">
              <a:buNone/>
            </a:pPr>
            <a:r>
              <a:rPr lang="zh-CN" altLang="en-US"/>
              <a:t>储区应备有泄漏应急处理设备。</a:t>
            </a:r>
            <a:endParaRPr lang="zh-CN" altLang="en-US"/>
          </a:p>
          <a:p>
            <a:pPr marL="0" indent="0">
              <a:buNone/>
            </a:pPr>
            <a:endParaRPr lang="zh-CN" altLang="en-US"/>
          </a:p>
          <a:p>
            <a:pPr marL="0" indent="0">
              <a:buNone/>
            </a:pPr>
            <a:endParaRPr lang="zh-CN" altLang="en-US"/>
          </a:p>
        </p:txBody>
      </p:sp>
      <p:pic>
        <p:nvPicPr>
          <p:cNvPr id="4" name="图片 3" descr="54558PICDp8_1024"/>
          <p:cNvPicPr>
            <a:picLocks noChangeAspect="1"/>
          </p:cNvPicPr>
          <p:nvPr/>
        </p:nvPicPr>
        <p:blipFill>
          <a:blip r:embed="rId1"/>
          <a:srcRect l="-1625" t="1399" r="-111" b="40502"/>
          <a:stretch>
            <a:fillRect/>
          </a:stretch>
        </p:blipFill>
        <p:spPr>
          <a:xfrm>
            <a:off x="4864100" y="3402965"/>
            <a:ext cx="4302760" cy="3256280"/>
          </a:xfrm>
          <a:prstGeom prst="flowChartExtra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bg/>
                                          </p:spTgt>
                                        </p:tgtEl>
                                        <p:attrNameLst>
                                          <p:attrName>style.visibility</p:attrName>
                                        </p:attrNameLst>
                                      </p:cBhvr>
                                      <p:to>
                                        <p:strVal val="visible"/>
                                      </p:to>
                                    </p:set>
                                    <p:animEffect transition="in" filter="fade">
                                      <p:cBhvr>
                                        <p:cTn id="12" dur="500"/>
                                        <p:tgtEl>
                                          <p:spTgt spid="3">
                                            <p:bg/>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title"/>
            <p:custDataLst>
              <p:tags r:id="rId1"/>
            </p:custDataLst>
          </p:nvPr>
        </p:nvSpPr>
        <p:spPr>
          <a:xfrm>
            <a:off x="10795" y="3258005"/>
            <a:ext cx="5842800" cy="1101600"/>
          </a:xfrm>
          <a:solidFill>
            <a:schemeClr val="tx1"/>
          </a:solidFill>
          <a:ln cap="flat">
            <a:solidFill>
              <a:schemeClr val="tx1">
                <a:lumMod val="75000"/>
              </a:schemeClr>
            </a:solidFill>
          </a:ln>
        </p:spPr>
        <p:txBody>
          <a:bodyPr lIns="90170" tIns="46990" rIns="90170" bIns="46990">
            <a:normAutofit fontScale="90000"/>
          </a:bodyPr>
          <a:lstStyle/>
          <a:p>
            <a:pPr eaLnBrk="1" hangingPunct="1">
              <a:lnSpc>
                <a:spcPct val="94000"/>
              </a:lnSpc>
            </a:pPr>
            <a:r>
              <a:rPr lang="en-US" altLang="zh-CN" sz="7200" smtClean="0">
                <a:solidFill>
                  <a:srgbClr val="F5F6F7"/>
                </a:solidFill>
                <a:sym typeface="Arial" pitchFamily="34" charset="0"/>
              </a:rPr>
              <a:t>THANK YOU</a:t>
            </a:r>
            <a:endParaRPr lang="en-US" altLang="zh-CN" sz="7200" smtClean="0">
              <a:solidFill>
                <a:srgbClr val="F5F6F7"/>
              </a:solidFill>
              <a:sym typeface="Arial" pitchFamily="34" charset="0"/>
            </a:endParaRPr>
          </a:p>
        </p:txBody>
      </p:sp>
      <p:sp>
        <p:nvSpPr>
          <p:cNvPr id="3" name="矩形 2"/>
          <p:cNvSpPr/>
          <p:nvPr/>
        </p:nvSpPr>
        <p:spPr>
          <a:xfrm>
            <a:off x="5923280" y="3271520"/>
            <a:ext cx="1104900" cy="109410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6963410" y="2286635"/>
            <a:ext cx="2176780" cy="74676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矩形 4"/>
          <p:cNvSpPr/>
          <p:nvPr/>
        </p:nvSpPr>
        <p:spPr>
          <a:xfrm>
            <a:off x="1892300" y="4615180"/>
            <a:ext cx="120015" cy="913765"/>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文本框 5"/>
          <p:cNvSpPr txBox="1"/>
          <p:nvPr/>
        </p:nvSpPr>
        <p:spPr>
          <a:xfrm>
            <a:off x="2044700" y="4615180"/>
            <a:ext cx="4994910" cy="914400"/>
          </a:xfrm>
          <a:prstGeom prst="rect">
            <a:avLst/>
          </a:prstGeom>
          <a:noFill/>
        </p:spPr>
        <p:txBody>
          <a:bodyPr wrap="square" rtlCol="0">
            <a:spAutoFit/>
          </a:bodyPr>
          <a:p>
            <a:r>
              <a:rPr lang="zh-CN" altLang="en-US"/>
              <a:t>组员：张思涵 黄诗洋 谢晓强 </a:t>
            </a:r>
            <a:endParaRPr lang="zh-CN" altLang="en-US"/>
          </a:p>
          <a:p>
            <a:r>
              <a:rPr lang="zh-CN" altLang="en-US"/>
              <a:t>           郑智瀚 陈衍霖 </a:t>
            </a:r>
            <a:endParaRPr lang="zh-CN" altLang="en-US"/>
          </a:p>
          <a:p>
            <a:r>
              <a:rPr lang="zh-CN" altLang="en-US"/>
              <a:t>           林宇轩 吴耿生</a:t>
            </a:r>
            <a:endParaRPr lang="zh-CN" altLang="en-US"/>
          </a:p>
        </p:txBody>
      </p:sp>
    </p:spTree>
    <p:custDataLst>
      <p:tags r:id="rId2"/>
    </p:custData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p:bldLst>
  </p:timing>
</p:sld>
</file>

<file path=ppt/tags/tag1.xml><?xml version="1.0" encoding="utf-8"?>
<p:tagLst xmlns:p="http://schemas.openxmlformats.org/presentationml/2006/main">
  <p:tag name="KSO_WM_TEMPLATE_CATEGORY" val="custom"/>
  <p:tag name="KSO_WM_TEMPLATE_INDEX" val="251"/>
</p:tagLst>
</file>

<file path=ppt/tags/tag2.xml><?xml version="1.0" encoding="utf-8"?>
<p:tagLst xmlns:p="http://schemas.openxmlformats.org/presentationml/2006/main">
  <p:tag name="KSO_WM_TAG_VERSION" val="1.0"/>
  <p:tag name="KSO_WM_BEAUTIFY_FLAG" val="#wm#"/>
  <p:tag name="KSO_WM_TEMPLATE_CATEGORY" val="custom"/>
  <p:tag name="KSO_WM_TEMPLATE_INDEX" val="72"/>
  <p:tag name="KSO_WM_UNIT_TYPE" val="l_h_a"/>
  <p:tag name="KSO_WM_UNIT_INDEX" val="1_2_1"/>
  <p:tag name="KSO_WM_UNIT_CLEAR" val="1"/>
  <p:tag name="KSO_WM_UNIT_LAYERLEVEL" val="1_1_1"/>
  <p:tag name="KSO_WM_UNIT_VALUE" val="11"/>
  <p:tag name="KSO_WM_UNIT_HIGHLIGHT" val="0"/>
  <p:tag name="KSO_WM_UNIT_COMPATIBLE" val="0"/>
  <p:tag name="KSO_WM_UNIT_ID" val="custom72_23*l_h_a*1_2_1"/>
  <p:tag name="KSO_WM_UNIT_PRESET_TEXT_INDEX" val="0"/>
  <p:tag name="KSO_WM_UNIT_PRESET_TEXT_LEN" val="9"/>
  <p:tag name="KSO_WM_DIAGRAM_GROUP_CODE" val="l1-7"/>
</p:tagLst>
</file>

<file path=ppt/tags/tag3.xml><?xml version="1.0" encoding="utf-8"?>
<p:tagLst xmlns:p="http://schemas.openxmlformats.org/presentationml/2006/main">
  <p:tag name="KSO_WM_TAG_VERSION" val="1.0"/>
  <p:tag name="KSO_WM_BEAUTIFY_FLAG" val="#wm#"/>
  <p:tag name="KSO_WM_TEMPLATE_CATEGORY" val="custom"/>
  <p:tag name="KSO_WM_TEMPLATE_INDEX" val="72"/>
  <p:tag name="KSO_WM_UNIT_TYPE" val="l_i"/>
  <p:tag name="KSO_WM_UNIT_INDEX" val="1_1"/>
  <p:tag name="KSO_WM_UNIT_CLEAR" val="1"/>
  <p:tag name="KSO_WM_UNIT_LAYERLEVEL" val="1_1"/>
  <p:tag name="KSO_WM_UNIT_ID" val="custom72_23*l_i*1_1"/>
  <p:tag name="KSO_WM_DIAGRAM_GROUP_CODE" val="l1-7"/>
</p:tagLst>
</file>

<file path=ppt/tags/tag4.xml><?xml version="1.0" encoding="utf-8"?>
<p:tagLst xmlns:p="http://schemas.openxmlformats.org/presentationml/2006/main">
  <p:tag name="KSO_WM_TAG_VERSION" val="1.0"/>
  <p:tag name="KSO_WM_BEAUTIFY_FLAG" val="#wm#"/>
  <p:tag name="KSO_WM_TEMPLATE_CATEGORY" val="custom"/>
  <p:tag name="KSO_WM_TEMPLATE_INDEX" val="72"/>
  <p:tag name="KSO_WM_UNIT_TYPE" val="l_i"/>
  <p:tag name="KSO_WM_UNIT_INDEX" val="1_2"/>
  <p:tag name="KSO_WM_UNIT_CLEAR" val="1"/>
  <p:tag name="KSO_WM_UNIT_LAYERLEVEL" val="1_1"/>
  <p:tag name="KSO_WM_UNIT_ID" val="custom72_23*l_i*1_2"/>
  <p:tag name="KSO_WM_DIAGRAM_GROUP_CODE" val="l1-7"/>
</p:tagLst>
</file>

<file path=ppt/tags/tag5.xml><?xml version="1.0" encoding="utf-8"?>
<p:tagLst xmlns:p="http://schemas.openxmlformats.org/presentationml/2006/main">
  <p:tag name="KSO_WM_TAG_VERSION" val="1.0"/>
  <p:tag name="KSO_WM_BEAUTIFY_FLAG" val="#wm#"/>
  <p:tag name="KSO_WM_TEMPLATE_CATEGORY" val="custom"/>
  <p:tag name="KSO_WM_TEMPLATE_INDEX" val="72"/>
  <p:tag name="KSO_WM_UNIT_TYPE" val="l_h_f"/>
  <p:tag name="KSO_WM_UNIT_INDEX" val="1_1_1"/>
  <p:tag name="KSO_WM_UNIT_CLEAR" val="1"/>
  <p:tag name="KSO_WM_UNIT_LAYERLEVEL" val="1_1_1"/>
  <p:tag name="KSO_WM_UNIT_VALUE" val="44"/>
  <p:tag name="KSO_WM_UNIT_HIGHLIGHT" val="0"/>
  <p:tag name="KSO_WM_UNIT_COMPATIBLE" val="0"/>
  <p:tag name="KSO_WM_UNIT_ID" val="custom72_23*l_h_f*1_1_1"/>
  <p:tag name="KSO_WM_UNIT_PRESET_TEXT_INDEX" val="2"/>
  <p:tag name="KSO_WM_UNIT_PRESET_TEXT_LEN" val="10"/>
  <p:tag name="KSO_WM_DIAGRAM_GROUP_CODE" val="l1-7"/>
</p:tagLst>
</file>

<file path=ppt/tags/tag6.xml><?xml version="1.0" encoding="utf-8"?>
<p:tagLst xmlns:p="http://schemas.openxmlformats.org/presentationml/2006/main">
  <p:tag name="KSO_WM_TAG_VERSION" val="1.0"/>
  <p:tag name="KSO_WM_BEAUTIFY_FLAG" val="#wm#"/>
  <p:tag name="KSO_WM_TEMPLATE_CATEGORY" val="custom"/>
  <p:tag name="KSO_WM_TEMPLATE_INDEX" val="72"/>
  <p:tag name="KSO_WM_UNIT_TYPE" val="a"/>
  <p:tag name="KSO_WM_UNIT_INDEX" val="1"/>
  <p:tag name="KSO_WM_UNIT_CLEAR" val="1"/>
  <p:tag name="KSO_WM_UNIT_LAYERLEVEL" val="1"/>
  <p:tag name="KSO_WM_UNIT_VALUE" val="22"/>
  <p:tag name="KSO_WM_UNIT_ISCONTENTSTITLE" val="0"/>
  <p:tag name="KSO_WM_UNIT_HIGHLIGHT" val="0"/>
  <p:tag name="KSO_WM_UNIT_COMPATIBLE" val="0"/>
  <p:tag name="KSO_WM_UNIT_ID" val="custom72_23*a*1"/>
  <p:tag name="KSO_WM_UNIT_PRESET_TEXT_INDEX" val="0"/>
  <p:tag name="KSO_WM_UNIT_PRESET_TEXT_LEN" val="9"/>
</p:tagLst>
</file>

<file path=ppt/tags/tag7.xml><?xml version="1.0" encoding="utf-8"?>
<p:tagLst xmlns:p="http://schemas.openxmlformats.org/presentationml/2006/main">
  <p:tag name="KSO_WM_SLIDE_ID" val="custom72_23"/>
  <p:tag name="KSO_WM_SLIDE_INDEX" val="23"/>
  <p:tag name="KSO_WM_SLIDE_LAYOUT" val="a_b_l"/>
  <p:tag name="KSO_WM_SLIDE_LAYOUT_CNT" val="1_1_1"/>
  <p:tag name="KSO_WM_SLIDE_TYPE" val="text"/>
  <p:tag name="KSO_WM_BEAUTIFY_FLAG" val="#wm#"/>
  <p:tag name="KSO_WM_SLIDE_POSITION" val="36*55"/>
  <p:tag name="KSO_WM_SLIDE_SIZE" val="625*331"/>
  <p:tag name="KSO_WM_SLIDE_ITEM_CNT" val="2"/>
  <p:tag name="KSO_WM_TEMPLATE_CATEGORY" val="custom"/>
  <p:tag name="KSO_WM_TEMPLATE_INDEX" val="72"/>
  <p:tag name="KSO_WM_TAG_VERSION" val="1.0"/>
  <p:tag name="KSO_WM_DIAGRAM_GROUP_CODE" val="l1-7"/>
</p:tagLst>
</file>

<file path=ppt/tags/tag8.xml><?xml version="1.0" encoding="utf-8"?>
<p:tagLst xmlns:p="http://schemas.openxmlformats.org/presentationml/2006/main">
  <p:tag name="KSO_WM_TAG_VERSION" val="1.0"/>
  <p:tag name="KSO_WM_BEAUTIFY_FLAG" val="#wm#"/>
  <p:tag name="KSO_WM_TEMPLATE_CATEGORY" val="custom"/>
  <p:tag name="KSO_WM_TEMPLATE_INDEX" val="39"/>
  <p:tag name="KSO_WM_UNIT_TYPE" val="a"/>
  <p:tag name="KSO_WM_UNIT_INDEX" val="1"/>
  <p:tag name="KSO_WM_UNIT_ID" val="custom39_27*a*1"/>
  <p:tag name="KSO_WM_UNIT_CLEAR" val="1"/>
  <p:tag name="KSO_WM_UNIT_LAYERLEVEL" val="1"/>
  <p:tag name="KSO_WM_UNIT_VALUE" val="9"/>
  <p:tag name="KSO_WM_UNIT_ISCONTENTSTITLE" val="0"/>
  <p:tag name="KSO_WM_UNIT_HIGHLIGHT" val="0"/>
  <p:tag name="KSO_WM_UNIT_COMPATIBLE" val="0"/>
  <p:tag name="KSO_WM_UNIT_PRESET_TEXT" val="THANK YOU"/>
</p:tagLst>
</file>

<file path=ppt/tags/tag9.xml><?xml version="1.0" encoding="utf-8"?>
<p:tagLst xmlns:p="http://schemas.openxmlformats.org/presentationml/2006/main">
  <p:tag name="KSO_WM_TEMPLATE_CATEGORY" val="custom"/>
  <p:tag name="KSO_WM_TEMPLATE_INDEX" val="39"/>
  <p:tag name="KSO_WM_SLIDE_ID" val="custom39_26"/>
  <p:tag name="KSO_WM_SLIDE_INDEX" val="26"/>
  <p:tag name="KSO_WM_SLIDE_ITEM_CNT" val="2"/>
  <p:tag name="KSO_WM_SLIDE_LAYOUT" val="a_b"/>
  <p:tag name="KSO_WM_SLIDE_LAYOUT_CNT" val="1_1"/>
  <p:tag name="KSO_WM_SLIDE_TYPE" val="endPage"/>
  <p:tag name="KSO_WM_BEAUTIFY_FLAG" val="#wm#"/>
  <p:tag name="KSO_WM_TAG_VERSION" val="1.0"/>
</p:tagLst>
</file>

<file path=ppt/theme/theme1.xml><?xml version="1.0" encoding="utf-8"?>
<a:theme xmlns:a="http://schemas.openxmlformats.org/drawingml/2006/main" name="A000120141114A06PWBG">
  <a:themeElements>
    <a:clrScheme name="自定义 115">
      <a:dk1>
        <a:srgbClr val="3D3F41"/>
      </a:dk1>
      <a:lt1>
        <a:srgbClr val="FFFFFF"/>
      </a:lt1>
      <a:dk2>
        <a:srgbClr val="3D3F41"/>
      </a:dk2>
      <a:lt2>
        <a:srgbClr val="EFE9D9"/>
      </a:lt2>
      <a:accent1>
        <a:srgbClr val="4F5A71"/>
      </a:accent1>
      <a:accent2>
        <a:srgbClr val="6A8F94"/>
      </a:accent2>
      <a:accent3>
        <a:srgbClr val="4E6363"/>
      </a:accent3>
      <a:accent4>
        <a:srgbClr val="8B695B"/>
      </a:accent4>
      <a:accent5>
        <a:srgbClr val="B2C6D2"/>
      </a:accent5>
      <a:accent6>
        <a:srgbClr val="6C9C16"/>
      </a:accent6>
      <a:hlink>
        <a:srgbClr val="00B0F0"/>
      </a:hlink>
      <a:folHlink>
        <a:srgbClr val="AFB2B4"/>
      </a:folHlink>
    </a:clrScheme>
    <a:fontScheme name="自定义 7">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自定义 12">
      <a:dk1>
        <a:srgbClr val="009999"/>
      </a:dk1>
      <a:lt1>
        <a:srgbClr val="FFFFFF"/>
      </a:lt1>
      <a:dk2>
        <a:srgbClr val="000000"/>
      </a:dk2>
      <a:lt2>
        <a:srgbClr val="808080"/>
      </a:lt2>
      <a:accent1>
        <a:srgbClr val="99CC00"/>
      </a:accent1>
      <a:accent2>
        <a:srgbClr val="333399"/>
      </a:accent2>
      <a:accent3>
        <a:srgbClr val="FFCC66"/>
      </a:accent3>
      <a:accent4>
        <a:srgbClr val="00B6B0"/>
      </a:accent4>
      <a:accent5>
        <a:srgbClr val="E4ECF8"/>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itchFamily="34" charset="0"/>
          <a:buNone/>
          <a:defRPr kumimoji="0" lang="zh-CN" altLang="zh-CN" sz="1800" b="0" i="0" u="none" strike="noStrike" cap="none" normalizeH="0" baseline="0" smtClean="0">
            <a:ln>
              <a:noFill/>
            </a:ln>
            <a:solidFill>
              <a:schemeClr val="tx1"/>
            </a:solidFill>
            <a:effectLst/>
            <a:latin typeface="Arial" pitchFamily="34" charset="0"/>
            <a:ea typeface="黑体"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itchFamily="34" charset="0"/>
          <a:buNone/>
          <a:defRPr kumimoji="0" lang="zh-CN" altLang="zh-CN" sz="1800" b="0" i="0" u="none" strike="noStrike" cap="none" normalizeH="0" baseline="0" smtClean="0">
            <a:ln>
              <a:noFill/>
            </a:ln>
            <a:solidFill>
              <a:schemeClr val="tx1"/>
            </a:solidFill>
            <a:effectLst/>
            <a:latin typeface="Arial" pitchFamily="34" charset="0"/>
            <a:ea typeface="黑体"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默认设计模板_2">
  <a:themeElements>
    <a:clrScheme name="默认设计模板_2 13">
      <a:dk1>
        <a:srgbClr val="FFFFFF"/>
      </a:dk1>
      <a:lt1>
        <a:srgbClr val="FFFFFF"/>
      </a:lt1>
      <a:dk2>
        <a:srgbClr val="000000"/>
      </a:dk2>
      <a:lt2>
        <a:srgbClr val="808080"/>
      </a:lt2>
      <a:accent1>
        <a:srgbClr val="BBE0E3"/>
      </a:accent1>
      <a:accent2>
        <a:srgbClr val="333399"/>
      </a:accent2>
      <a:accent3>
        <a:srgbClr val="FFFFFF"/>
      </a:accent3>
      <a:accent4>
        <a:srgbClr val="DADADA"/>
      </a:accent4>
      <a:accent5>
        <a:srgbClr val="DAEDEF"/>
      </a:accent5>
      <a:accent6>
        <a:srgbClr val="2D2D8A"/>
      </a:accent6>
      <a:hlink>
        <a:srgbClr val="009999"/>
      </a:hlink>
      <a:folHlink>
        <a:srgbClr val="99CC00"/>
      </a:folHlink>
    </a:clrScheme>
    <a:fontScheme name="默认设计模板_2">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spcBef>
            <a:spcPct val="0"/>
          </a:spcBef>
          <a:spcAft>
            <a:spcPct val="0"/>
          </a:spcAft>
          <a:buClrTx/>
          <a:buSzTx/>
          <a:buFont typeface="Arial" pitchFamily="34" charset="0"/>
          <a:buNone/>
          <a:defRPr kumimoji="0" lang="zh-CN" altLang="zh-CN" sz="1800" b="0" i="0" u="none" strike="noStrike" cap="none" normalizeH="0" baseline="0" smtClean="0">
            <a:ln>
              <a:noFill/>
            </a:ln>
            <a:solidFill>
              <a:schemeClr val="bg1"/>
            </a:solidFill>
            <a:effectLst/>
            <a:latin typeface="Arial" pitchFamily="34" charset="0"/>
            <a:ea typeface="黑体"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spcBef>
            <a:spcPct val="0"/>
          </a:spcBef>
          <a:spcAft>
            <a:spcPct val="0"/>
          </a:spcAft>
          <a:buClrTx/>
          <a:buSzTx/>
          <a:buFont typeface="Arial" pitchFamily="34" charset="0"/>
          <a:buNone/>
          <a:defRPr kumimoji="0" lang="zh-CN" altLang="zh-CN" sz="1800" b="0" i="0" u="none" strike="noStrike" cap="none" normalizeH="0" baseline="0" smtClean="0">
            <a:ln>
              <a:noFill/>
            </a:ln>
            <a:solidFill>
              <a:schemeClr val="bg1"/>
            </a:solidFill>
            <a:effectLst/>
            <a:latin typeface="Arial" pitchFamily="34" charset="0"/>
            <a:ea typeface="黑体" pitchFamily="49" charset="-122"/>
          </a:defRPr>
        </a:defPPr>
      </a:lstStyle>
    </a:lnDef>
  </a:objectDefaults>
  <a:extraClrSchemeLst>
    <a:extraClrScheme>
      <a:clrScheme name="默认设计模板_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_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_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_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_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_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_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_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_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_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_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_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_2 13">
        <a:dk1>
          <a:srgbClr val="FFFFFF"/>
        </a:dk1>
        <a:lt1>
          <a:srgbClr val="FFFFFF"/>
        </a:lt1>
        <a:dk2>
          <a:srgbClr val="000000"/>
        </a:dk2>
        <a:lt2>
          <a:srgbClr val="808080"/>
        </a:lt2>
        <a:accent1>
          <a:srgbClr val="BBE0E3"/>
        </a:accent1>
        <a:accent2>
          <a:srgbClr val="333399"/>
        </a:accent2>
        <a:accent3>
          <a:srgbClr val="FFFFFF"/>
        </a:accent3>
        <a:accent4>
          <a:srgbClr val="DADADA"/>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1911</Words>
  <Application>WPS 演示</Application>
  <PresentationFormat>宽屏</PresentationFormat>
  <Paragraphs>106</Paragraphs>
  <Slides>12</Slides>
  <Notes>0</Notes>
  <HiddenSlides>0</HiddenSlides>
  <MMClips>0</MMClips>
  <ScaleCrop>false</ScaleCrop>
  <HeadingPairs>
    <vt:vector size="4" baseType="variant">
      <vt:variant>
        <vt:lpstr>主题</vt:lpstr>
      </vt:variant>
      <vt:variant>
        <vt:i4>3</vt:i4>
      </vt:variant>
      <vt:variant>
        <vt:lpstr>幻灯片标题</vt:lpstr>
      </vt:variant>
      <vt:variant>
        <vt:i4>12</vt:i4>
      </vt:variant>
    </vt:vector>
  </HeadingPairs>
  <TitlesOfParts>
    <vt:vector size="15" baseType="lpstr">
      <vt:lpstr>A000120141114A06PWBG</vt:lpstr>
      <vt:lpstr>默认设计模板</vt:lpstr>
      <vt:lpstr>默认设计模板_2</vt:lpstr>
      <vt:lpstr>二氧化硫的制取与视频录制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11</cp:revision>
  <dcterms:created xsi:type="dcterms:W3CDTF">2016-06-06T13:46:00Z</dcterms:created>
  <dcterms:modified xsi:type="dcterms:W3CDTF">2016-06-06T15:05:33Z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2052-10.1.0.5603</vt:lpwstr>
  </property>
</Properties>
</file>